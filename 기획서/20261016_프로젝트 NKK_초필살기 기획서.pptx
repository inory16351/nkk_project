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1" r:id="rId5"/>
    <p:sldId id="264" r:id="rId6"/>
    <p:sldId id="271" r:id="rId7"/>
    <p:sldId id="280" r:id="rId8"/>
    <p:sldId id="274" r:id="rId9"/>
    <p:sldId id="26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D6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초필살기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25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90700" y="16256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0600" y="20320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0600" y="23114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600" y="25908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기획 의도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0600" y="28702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일반 필살기와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5600" y="34290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0700" y="33528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발동 조건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6P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0600" y="37592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자격 · 스택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5600" y="43180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0700" y="42418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연출 · 피해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0600" y="46482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컷신 타임라인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0600" y="49276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피해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7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2700" y="16256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쥐별 초필살기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9P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2600" y="20320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신화 15종 (가안)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7600" y="28702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2700" y="27940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추후 검토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2600" y="32004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결정 필요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로그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977131"/>
              </p:ext>
            </p:extLst>
          </p:nvPr>
        </p:nvGraphicFramePr>
        <p:xfrm>
          <a:off x="1143000" y="1651000"/>
          <a:ext cx="9906000" cy="2590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순번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작성일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작성자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 내용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김규장</a:t>
                      </a:r>
                      <a:endParaRPr sz="120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문서 최초 작성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메이플 오리진 스킬 레퍼런스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김규장</a:t>
                      </a:r>
                      <a:endParaRPr sz="120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비교표 기준 개정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필살기 5회 · 쥐 종류당 판당 1회 · 컷신 3~5초 · 월드 정지 없음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김규장</a:t>
                      </a:r>
                      <a:endParaRPr sz="120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압축 · 발동 창 삭제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조건을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자격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스택만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남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기며 </a:t>
                      </a:r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필요없는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내용 대폭 삭제</a:t>
                      </a:r>
                      <a:endParaRPr sz="120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기획 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한줄요약 : </a:t>
            </a:r>
            <a:r>
              <a:rPr sz="1700" b="0">
                <a:solidFill>
                  <a:schemeClr val="accent2"/>
                </a:solidFill>
                <a:latin typeface="Noto Sans KR Black"/>
                <a:ea typeface="Noto Sans KR Black"/>
              </a:rPr>
              <a:t>신화 쥐만 가진, 드물게 · 짧게 · 멈추지 않고 · 크게 터지는 한 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46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387600"/>
            <a:ext cx="2286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신화 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신화 15종 · 쳇바퀴 훈련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Lv 10 에서만 해금되는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최상위 육성 보상이다.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85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117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500" y="2387600"/>
            <a:ext cx="2286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아주 가끔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100" y="29718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필살기를 5번 써야 하고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쥐 종류당 판당 1회로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한 판의 클라이맥스가 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4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77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2387600"/>
            <a:ext cx="2286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멈추지 않는 한 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29718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3~5초 컷신 동안에도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게임은 그대로 흐르고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화면 전체에 ×60 피해.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필살기 5회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(그 쥐가 끝까지 사용)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oto Sans KR Black"/>
                <a:ea typeface="Noto Sans KR Black"/>
              </a:rPr>
              <a:t>초필살기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9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화면 전체 피해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(공격력 ×60 이상)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83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6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83000" y="55626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스택 완성 · 수동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000" y="55626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컷신 3~5초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일반 필살기와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25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필살기 (지금)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초필살기 (신규)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대상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필살기 있는 쥐 전부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15종만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쳇바퀴 훈련 Lv 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쳇바퀴 훈련 Lv 10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충전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쥐마다 게이지 100~480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 쥐가 필살기를 5번 써야 스택 완성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게이지 차면 버튼 (자동 사용 가능)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스택 완성 시 버튼, 수동만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횟수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 25초마다 계속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종류당 판당 1회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컷인 1.4초 + 상황극 6초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풀스크린 컷신 3~5초 (월드 정지 X)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피해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공격력 ×13, 반경 560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공격력 ×60 이상, 화면 전체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5461000"/>
            <a:ext cx="9906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일반 필살기는 자주 쓰는 전투 수단, 초필살기는 한 판에 몇 번 못 보는 클라이맥스로 역할을 나눈다.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발동 조건 – 자격 · 스택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① 신화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1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8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신화 15종만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대상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② Lv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그 종의 쳇바퀴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훈련 Lv 10 이상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③ 필살기 5회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5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32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필살기를 끝까지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쓸 때마다 스택 +1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④ 버튼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17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4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스택 5개 완성 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초필살기 버튼 등장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1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⑤ 수동 발동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플레이어가 직접 누름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(자동 사용 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2385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5400" y="3175000"/>
            <a:ext cx="508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규칙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49323"/>
              </p:ext>
            </p:extLst>
          </p:nvPr>
        </p:nvGraphicFramePr>
        <p:xfrm>
          <a:off x="1143000" y="3581400"/>
          <a:ext cx="9906000" cy="2209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등급 + 그 종의 쳇바퀴 훈련 Lv 10 이상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자기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필살기를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끝까지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쓸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때마다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+1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( 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유저에게 따로 </a:t>
                      </a:r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표시안되고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데이터만 저장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) 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, 5개면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버튼이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제외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임시 쥐(소환 · 필살기용)의 필살기는 스택에 안 들어감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층을 넘어가도 유지, 판이 끝나면 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횟수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종류당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1회 — 쓴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종은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그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판에서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다시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못 씀 (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다른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종은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따로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셈)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연출 – 컷신 타임라인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① 진입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1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8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0.0~0.4초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화면이 쥐 색으로 덮임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② 컷인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0.4~1.4초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쥐 일러스트 + 이름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③ 본 연출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5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32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1.4~3.6초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고유 장면 · 다단 히트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④ 피니시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17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4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3.6~4.2초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화이트 플래시 · 일격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1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⑤ 걷힘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2260600"/>
            <a:ext cx="1752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4.2~4.5초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월드로 복귀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2385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5400" y="3175000"/>
            <a:ext cx="508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규칙 (4.5초 기준)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51176"/>
              </p:ext>
            </p:extLst>
          </p:nvPr>
        </p:nvGraphicFramePr>
        <p:xfrm>
          <a:off x="1143000" y="3581400"/>
          <a:ext cx="9906000" cy="1841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길이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쥐별 3초 이상 5초 이내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게임 진행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컷신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중에도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게임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시간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제한시간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· 쥐 ·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적은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그대로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움직임</a:t>
                      </a:r>
                      <a:endParaRPr sz="120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정지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월드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정지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역경직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절대없음</a:t>
                      </a:r>
                      <a:endParaRPr sz="1200" b="1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일러스트는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코덱스를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통해서 생성</a:t>
                      </a:r>
                      <a:endParaRPr sz="1200" b="1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피해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4826000" cy="241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727200"/>
            <a:ext cx="889000" cy="3048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합계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82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>
                <a:solidFill>
                  <a:schemeClr val="accent2"/>
                </a:solidFill>
                <a:latin typeface="Noto Sans KR Black"/>
                <a:ea typeface="Noto Sans KR Black"/>
              </a:rPr>
              <a:t>×60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940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공격력 기준 최소 배율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발동 순간 화면 전체에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05200"/>
            <a:ext cx="444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06D64"/>
                </a:solidFill>
                <a:latin typeface="Noto Sans KR Black"/>
                <a:ea typeface="Noto Sans KR Black"/>
              </a:rPr>
              <a:t>≈ 일반 필살기(×13)의 약 4.6배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0" y="1905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×4 ×10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22860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다단 히트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0" y="2667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×20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3048000"/>
            <a:ext cx="177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피니시 (마지막 일격)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1549400"/>
            <a:ext cx="4826000" cy="241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51600" y="1727200"/>
            <a:ext cx="889000" cy="304800"/>
          </a:xfrm>
          <a:prstGeom prst="roundRect">
            <a:avLst>
              <a:gd name="adj" fmla="val 40000"/>
            </a:avLst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21082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>
                <a:solidFill>
                  <a:schemeClr val="accent2"/>
                </a:solidFill>
                <a:latin typeface="Noto Sans KR Black"/>
                <a:ea typeface="Noto Sans KR Black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27940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보스는 최대 체력의 35%까지만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한 번에 깎임 (상한)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600" y="3505200"/>
            <a:ext cx="444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06D64"/>
                </a:solidFill>
                <a:latin typeface="Noto Sans KR Black"/>
                <a:ea typeface="Noto Sans KR Black"/>
              </a:rPr>
              <a:t>≈ 보스전을 한 방에 끝내지 않게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05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화면 전체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67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가안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48000"/>
            <a:ext cx="177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수치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91000"/>
            <a:ext cx="9906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범위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발동 순간 화면 안 전체</a:t>
            </a:r>
          </a:p>
          <a:p>
            <a:pPr marL="177800" indent="-177800" algn="l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다단 히트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공격력 × 4 × 10타 — 본 연출 구간에 나눠서</a:t>
            </a:r>
          </a:p>
          <a:p>
            <a:pPr marL="177800" indent="-177800" algn="l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피니시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공격력 × 20 — 피니시 구간</a:t>
            </a:r>
          </a:p>
          <a:p>
            <a:pPr marL="177800" indent="-177800" algn="l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보스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위 피해 그대로, 최대 체력 35% 상한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88000"/>
            <a:ext cx="990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수치는 전부 가안 — 밸런스 확인 후 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쥐별 초필살기 (가안)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447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</a:t>
                      </a:r>
                    </a:p>
                  </a:txBody>
                  <a:tcPr marL="76200" marR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초필살기</a:t>
                      </a:r>
                    </a:p>
                  </a:txBody>
                  <a:tcPr marL="76200" marR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컷신 (한 동작 → 피니시)</a:t>
                      </a:r>
                    </a:p>
                  </a:txBody>
                  <a:tcPr marL="76200" marR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찌릿 햄찌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도시 대정전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불이 꺼짐 → 번개가 화면을 가름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쥐랜드 관광쥐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쥐랜드 불꽃 퍼레이드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퍼레이드 수레 → 폭죽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황제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천하통일 대관식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왕관 → 하늘 가득 폭죽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파라오 생쥐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태양신의 심판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태양 원반 → 화면이 하얗게 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기사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원탁의 기사단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유령 기사 돌진 → 검 일격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술탄 햄스터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소원 세 개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소원 1·2 → 소원 3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외계인 생쥐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모선 강림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모선 그림자 → 광선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흐에~ 스트리머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구독자 100만 기념 방송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채팅 · 후원 폭주 → "100만!"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다람쥐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람쥐썬더 최종장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도토리 천둥 → 거대 낙뢰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줴리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줴리 감사합니다 (앵콜)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커튼 → 관객석 쥐들 인사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슈퍼 요리사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3스타 풀코스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접시 두 개 → 메인 디시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찍찍 탐정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사건 종결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돋보기로 범인 확대 → 슛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퐁듀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대홍수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치즈가 차오름 → 파도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폭탄마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익스플로전 · 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마법진 겹겹이 → 화면 전체 폭발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아이스 퀸 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영원한 겨울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화면이 얼어 금 감 → 깨짐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877</Words>
  <Application>Microsoft Office PowerPoint</Application>
  <PresentationFormat>와이드스크린</PresentationFormat>
  <Paragraphs>232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user</cp:lastModifiedBy>
  <cp:revision>24</cp:revision>
  <dcterms:created xsi:type="dcterms:W3CDTF">2026-09-29T07:46:10Z</dcterms:created>
  <dcterms:modified xsi:type="dcterms:W3CDTF">2026-10-16T05:35:37Z</dcterms:modified>
</cp:coreProperties>
</file>