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70" r:id="rId3"/>
    <p:sldId id="292" r:id="rId4"/>
    <p:sldId id="259" r:id="rId5"/>
    <p:sldId id="298" r:id="rId6"/>
    <p:sldId id="299" r:id="rId7"/>
    <p:sldId id="300" r:id="rId8"/>
    <p:sldId id="30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2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830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비주얼 가이드</a:t>
            </a:r>
            <a:endParaRPr lang="ko-KR" altLang="en-US" sz="4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20261006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20261006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9C4F-7865-37A1-27AD-71B3124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A394-D6B0-70C4-190D-0AE707D28723}"/>
              </a:ext>
            </a:extLst>
          </p:cNvPr>
          <p:cNvSpPr txBox="1"/>
          <p:nvPr/>
        </p:nvSpPr>
        <p:spPr>
          <a:xfrm>
            <a:off x="1029084" y="746202"/>
            <a:ext cx="1819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1705359" y="1831352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2P</a:t>
            </a:r>
            <a:endParaRPr lang="en-US" altLang="ko-KR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18F2E6-55D1-41EF-9E71-C1F38FB67817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2210184" y="2128746"/>
            <a:ext cx="3840480" cy="1399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목차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로그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용어 정리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비주얼 방향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1558803" y="2010822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CC80CA0-0152-AFBE-492B-1DB0B212F3DD}"/>
              </a:ext>
            </a:extLst>
          </p:cNvPr>
          <p:cNvSpPr txBox="1"/>
          <p:nvPr/>
        </p:nvSpPr>
        <p:spPr>
          <a:xfrm>
            <a:off x="1705359" y="3585814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6P</a:t>
            </a:r>
            <a:endParaRPr lang="en-US" altLang="ko-KR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89F84C-44F8-E50F-B02B-B19B5918AE2E}"/>
              </a:ext>
            </a:extLst>
          </p:cNvPr>
          <p:cNvSpPr txBox="1"/>
          <p:nvPr/>
        </p:nvSpPr>
        <p:spPr>
          <a:xfrm>
            <a:off x="2210184" y="3924142"/>
            <a:ext cx="3840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구성 요소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요소별 묘사 단계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요소별 화면 배치 영역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E383A49-20C2-6444-EA90-520AAB3011AA}"/>
              </a:ext>
            </a:extLst>
          </p:cNvPr>
          <p:cNvSpPr/>
          <p:nvPr/>
        </p:nvSpPr>
        <p:spPr>
          <a:xfrm rot="5400000">
            <a:off x="1558803" y="3759550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76814DD-4EA7-3E98-1A20-AC58E922E0D5}"/>
              </a:ext>
            </a:extLst>
          </p:cNvPr>
          <p:cNvSpPr txBox="1"/>
          <p:nvPr/>
        </p:nvSpPr>
        <p:spPr>
          <a:xfrm>
            <a:off x="5905502" y="1831352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비주얼 스타일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색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P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16CE7E-32D4-60AE-06AC-07E735D5B2F8}"/>
              </a:ext>
            </a:extLst>
          </p:cNvPr>
          <p:cNvSpPr txBox="1"/>
          <p:nvPr/>
        </p:nvSpPr>
        <p:spPr>
          <a:xfrm>
            <a:off x="6410327" y="2191176"/>
            <a:ext cx="38404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전체 비주얼 스타일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파괴 표현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요소별 색 범위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층 구간별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등급별 색 변화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리소스 규격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DE43DA4-50C8-67FE-4B8C-1ACDE1218B6A}"/>
              </a:ext>
            </a:extLst>
          </p:cNvPr>
          <p:cNvSpPr/>
          <p:nvPr/>
        </p:nvSpPr>
        <p:spPr>
          <a:xfrm rot="5400000">
            <a:off x="5758946" y="2002515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68">
            <a:extLst>
              <a:ext uri="{FF2B5EF4-FFF2-40B4-BE49-F238E27FC236}">
                <a16:creationId xmlns:a16="http://schemas.microsoft.com/office/drawing/2014/main" id="{D76814DD-4EA7-3E98-1A20-AC58E922E0D5}"/>
              </a:ext>
            </a:extLst>
          </p:cNvPr>
          <p:cNvSpPr txBox="1"/>
          <p:nvPr/>
        </p:nvSpPr>
        <p:spPr>
          <a:xfrm>
            <a:off x="5905502" y="3997294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연출 </a:t>
            </a:r>
            <a:r>
              <a:rPr lang="en-US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– P</a:t>
            </a:r>
          </a:p>
        </p:txBody>
      </p:sp>
      <p:sp>
        <p:nvSpPr>
          <p:cNvPr id="3" name="TextBox 70">
            <a:extLst>
              <a:ext uri="{FF2B5EF4-FFF2-40B4-BE49-F238E27FC236}">
                <a16:creationId xmlns:a16="http://schemas.microsoft.com/office/drawing/2014/main" id="{6B16CE7E-32D4-60AE-06AC-07E735D5B2F8}"/>
              </a:ext>
            </a:extLst>
          </p:cNvPr>
          <p:cNvSpPr txBox="1"/>
          <p:nvPr/>
        </p:nvSpPr>
        <p:spPr>
          <a:xfrm>
            <a:off x="6410327" y="4335622"/>
            <a:ext cx="38404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폰트와 텍스트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이펙트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필터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카메라</a:t>
            </a: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부록 (제작 </a:t>
            </a:r>
            <a:r>
              <a:rPr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순서·레퍼런스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직사각형 72">
            <a:extLst>
              <a:ext uri="{FF2B5EF4-FFF2-40B4-BE49-F238E27FC236}">
                <a16:creationId xmlns:a16="http://schemas.microsoft.com/office/drawing/2014/main" id="{ADE43DA4-50C8-67FE-4B8C-1ACDE1218B6A}"/>
              </a:ext>
            </a:extLst>
          </p:cNvPr>
          <p:cNvSpPr/>
          <p:nvPr/>
        </p:nvSpPr>
        <p:spPr>
          <a:xfrm rot="5400000">
            <a:off x="5758946" y="4171029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4DE944-3B00-1205-C552-A9BC82D1A301}"/>
              </a:ext>
            </a:extLst>
          </p:cNvPr>
          <p:cNvSpPr txBox="1"/>
          <p:nvPr/>
        </p:nvSpPr>
        <p:spPr>
          <a:xfrm>
            <a:off x="1133475" y="1317107"/>
            <a:ext cx="8286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화면 구성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UI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배치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UI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형태 등을 포함한 모든 </a:t>
            </a:r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비주얼적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요소에 일관성을 부여하기 위한 기준을 잡기 위한 문서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76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3958-C278-8D05-8336-90242A7B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- 로그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2" name="표 가이드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635958"/>
              </p:ext>
            </p:extLst>
          </p:nvPr>
        </p:nvGraphicFramePr>
        <p:xfrm>
          <a:off x="1353312" y="1645920"/>
          <a:ext cx="9482328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96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순번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작성일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 내용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비고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2026-10-06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박도원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최초 작성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생성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초안 작성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00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목차 제작</a:t>
                      </a:r>
                      <a:endParaRPr lang="en-US" altLang="ko-KR" sz="1600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70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색공간">
            <a:extLst>
              <a:ext uri="{FF2B5EF4-FFF2-40B4-BE49-F238E27FC236}">
                <a16:creationId xmlns:a16="http://schemas.microsoft.com/office/drawing/2014/main" id="{6727E1E9-5353-C4C8-A36F-762B58B97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200" y="1447326"/>
            <a:ext cx="4162314" cy="522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A664A37-D5DF-1BC2-E2E7-0C16B6CD9968}"/>
              </a:ext>
            </a:extLst>
          </p:cNvPr>
          <p:cNvSpPr/>
          <p:nvPr/>
        </p:nvSpPr>
        <p:spPr>
          <a:xfrm>
            <a:off x="1516090" y="1594855"/>
            <a:ext cx="5019110" cy="4777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10D5BD-BAF0-0D2C-5E58-14DE9F379C3C}"/>
              </a:ext>
            </a:extLst>
          </p:cNvPr>
          <p:cNvSpPr txBox="1"/>
          <p:nvPr/>
        </p:nvSpPr>
        <p:spPr>
          <a:xfrm>
            <a:off x="1029084" y="746202"/>
            <a:ext cx="3104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용어 정리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DEE0F46-28D1-67B9-0369-6D49EE76C93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4">
            <a:extLst>
              <a:ext uri="{FF2B5EF4-FFF2-40B4-BE49-F238E27FC236}">
                <a16:creationId xmlns:a16="http://schemas.microsoft.com/office/drawing/2014/main" id="{720A7A62-DFD3-C536-CC33-2C67A8E905E1}"/>
              </a:ext>
            </a:extLst>
          </p:cNvPr>
          <p:cNvSpPr txBox="1"/>
          <p:nvPr/>
        </p:nvSpPr>
        <p:spPr>
          <a:xfrm>
            <a:off x="2105405" y="190537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HSV (</a:t>
            </a:r>
            <a:r>
              <a:rPr lang="ko-KR" altLang="en-US" sz="2000" b="1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색상·채도·명도</a:t>
            </a:r>
            <a:r>
              <a:rPr lang="ko-KR" altLang="en-US" sz="20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endParaRPr lang="en-US" sz="2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028" name="Picture 4" descr="Canvas Based HTML5 HSV Color Picker Component | CSS Script">
            <a:extLst>
              <a:ext uri="{FF2B5EF4-FFF2-40B4-BE49-F238E27FC236}">
                <a16:creationId xmlns:a16="http://schemas.microsoft.com/office/drawing/2014/main" id="{490372FB-05F2-1525-CD90-9959F4D1B8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9" r="17824" b="4198"/>
          <a:stretch/>
        </p:blipFill>
        <p:spPr bwMode="auto">
          <a:xfrm>
            <a:off x="5124450" y="5086350"/>
            <a:ext cx="1162050" cy="123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4A33E2E-BB87-6930-1449-DF1A2255BEF8}"/>
              </a:ext>
            </a:extLst>
          </p:cNvPr>
          <p:cNvSpPr txBox="1"/>
          <p:nvPr/>
        </p:nvSpPr>
        <p:spPr>
          <a:xfrm>
            <a:off x="1702236" y="2632530"/>
            <a:ext cx="501911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색을 표현하는 여러 방법들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(CMYK, RGB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등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중 하나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</a:p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직관적이라 시각적으로 설명하기 제일 쉬움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색상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각도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0~360°,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빨→주→노→초→파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→남 →보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채도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(x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축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0~100, 낮을수록 탁하고 높을수록 선명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명도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(y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축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0~100, 낮을수록 어둡고 높을수록 밝음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색의 범위 지정이 주요 목적이기에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</a:p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 문서의 색 범위는 모두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HSV로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표시.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D4278-2405-CA10-5C33-CC8605591F33}"/>
              </a:ext>
            </a:extLst>
          </p:cNvPr>
          <p:cNvSpPr txBox="1"/>
          <p:nvPr/>
        </p:nvSpPr>
        <p:spPr>
          <a:xfrm>
            <a:off x="4337959" y="5804896"/>
            <a:ext cx="1075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바로 이거 →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9889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- 비주얼 방향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D84A59C-7BD5-0A99-CF8F-751199A5AB69}"/>
              </a:ext>
            </a:extLst>
          </p:cNvPr>
          <p:cNvSpPr txBox="1"/>
          <p:nvPr/>
        </p:nvSpPr>
        <p:spPr>
          <a:xfrm>
            <a:off x="1203960" y="1492250"/>
            <a:ext cx="978408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비주얼적으로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보여 줘야 할 것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5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5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1.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물건을 파괴하는 게임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파괴 전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후의 차이가 확실히 보여져야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오브젝트 뿐만 아니라 파괴 라는 행동이 시각적으로 표현되어야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en-US" altLang="ko-KR" sz="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2.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수치가 늘어나는 것을 시각적으로 보여줘야 하는 게임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이펙트 및 연출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파괴 관련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UI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단계적으로 제작해야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그러나 이펙트 및 연출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UI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화면 전체를 덮어 게임 화면이 보이지 않거나 프레임 드랍을 유발하는 상황을 방지해야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en-US" altLang="ko-KR" sz="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3.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방치해도 되지만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유저가 직접 클릭할 시 더 높은 </a:t>
            </a:r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리턴값을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주는 게임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파괴 가능한 물건을 시각적으로 확실히 구별 가능해야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(AI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는 코드에 따라 작동하기에 시각적으로 난잡해도 작동하지만 유저는 그렇지 않음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).</a:t>
            </a: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-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유저의 행동이 미치는 범위 및 영향과 그 결과가 시각적으로 방치와는 구별되게 표현되어야 함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구성 요소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2CB5AB7-F18B-A129-636D-C4E1F3FE715F}"/>
              </a:ext>
            </a:extLst>
          </p:cNvPr>
          <p:cNvSpPr txBox="1"/>
          <p:nvPr/>
        </p:nvSpPr>
        <p:spPr>
          <a:xfrm>
            <a:off x="1203960" y="5049992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바닥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92FCD-3685-8BB6-FC84-0978F77DA8B9}"/>
              </a:ext>
            </a:extLst>
          </p:cNvPr>
          <p:cNvSpPr txBox="1"/>
          <p:nvPr/>
        </p:nvSpPr>
        <p:spPr>
          <a:xfrm>
            <a:off x="1203960" y="4308574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벽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6E212-4167-AC80-D71E-9D2FBF0C2E37}"/>
              </a:ext>
            </a:extLst>
          </p:cNvPr>
          <p:cNvSpPr txBox="1"/>
          <p:nvPr/>
        </p:nvSpPr>
        <p:spPr>
          <a:xfrm>
            <a:off x="1203960" y="3567157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EBDF1-4A60-07C8-7A19-F93FC279759E}"/>
              </a:ext>
            </a:extLst>
          </p:cNvPr>
          <p:cNvSpPr txBox="1"/>
          <p:nvPr/>
        </p:nvSpPr>
        <p:spPr>
          <a:xfrm>
            <a:off x="1203960" y="282574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부술 수 있는 오브젝트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0B025-DD32-5BF9-D7E1-8426B083C3BB}"/>
              </a:ext>
            </a:extLst>
          </p:cNvPr>
          <p:cNvSpPr txBox="1"/>
          <p:nvPr/>
        </p:nvSpPr>
        <p:spPr>
          <a:xfrm>
            <a:off x="1203960" y="2084323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UI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900" name="그룹 899">
            <a:extLst>
              <a:ext uri="{FF2B5EF4-FFF2-40B4-BE49-F238E27FC236}">
                <a16:creationId xmlns:a16="http://schemas.microsoft.com/office/drawing/2014/main" id="{72D6BCDA-6488-95A2-E649-6FF01265F826}"/>
              </a:ext>
            </a:extLst>
          </p:cNvPr>
          <p:cNvGrpSpPr/>
          <p:nvPr/>
        </p:nvGrpSpPr>
        <p:grpSpPr>
          <a:xfrm>
            <a:off x="3746501" y="2593943"/>
            <a:ext cx="6437248" cy="3643339"/>
            <a:chOff x="4686300" y="1527448"/>
            <a:chExt cx="8168243" cy="4623043"/>
          </a:xfrm>
        </p:grpSpPr>
        <p:sp>
          <p:nvSpPr>
            <p:cNvPr id="12" name="평행 사변형 11">
              <a:extLst>
                <a:ext uri="{FF2B5EF4-FFF2-40B4-BE49-F238E27FC236}">
                  <a16:creationId xmlns:a16="http://schemas.microsoft.com/office/drawing/2014/main" id="{BE2A04A2-844C-7156-F857-E196F2DD6CCE}"/>
                </a:ext>
              </a:extLst>
            </p:cNvPr>
            <p:cNvSpPr/>
            <p:nvPr/>
          </p:nvSpPr>
          <p:spPr>
            <a:xfrm>
              <a:off x="4686300" y="3070741"/>
              <a:ext cx="6555740" cy="3079750"/>
            </a:xfrm>
            <a:prstGeom prst="parallelogram">
              <a:avLst>
                <a:gd name="adj" fmla="val 45000"/>
              </a:avLst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평행 사변형 12">
              <a:extLst>
                <a:ext uri="{FF2B5EF4-FFF2-40B4-BE49-F238E27FC236}">
                  <a16:creationId xmlns:a16="http://schemas.microsoft.com/office/drawing/2014/main" id="{1D0ACFE5-311A-4477-8EE2-3C7737039D5A}"/>
                </a:ext>
              </a:extLst>
            </p:cNvPr>
            <p:cNvSpPr/>
            <p:nvPr/>
          </p:nvSpPr>
          <p:spPr>
            <a:xfrm>
              <a:off x="5408508" y="2527287"/>
              <a:ext cx="6357750" cy="2986738"/>
            </a:xfrm>
            <a:prstGeom prst="parallelogram">
              <a:avLst>
                <a:gd name="adj" fmla="val 45000"/>
              </a:avLst>
            </a:prstGeom>
            <a:noFill/>
            <a:ln w="1905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8" name="평행 사변형 897">
              <a:extLst>
                <a:ext uri="{FF2B5EF4-FFF2-40B4-BE49-F238E27FC236}">
                  <a16:creationId xmlns:a16="http://schemas.microsoft.com/office/drawing/2014/main" id="{F8ADFC22-E5A4-6628-67A1-0901954979E2}"/>
                </a:ext>
              </a:extLst>
            </p:cNvPr>
            <p:cNvSpPr/>
            <p:nvPr/>
          </p:nvSpPr>
          <p:spPr>
            <a:xfrm>
              <a:off x="5980822" y="1965893"/>
              <a:ext cx="6555740" cy="3079750"/>
            </a:xfrm>
            <a:prstGeom prst="parallelogram">
              <a:avLst>
                <a:gd name="adj" fmla="val 4500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97" name="그룹 896">
              <a:extLst>
                <a:ext uri="{FF2B5EF4-FFF2-40B4-BE49-F238E27FC236}">
                  <a16:creationId xmlns:a16="http://schemas.microsoft.com/office/drawing/2014/main" id="{F21C2CE2-583E-8894-897F-062FC9DA1938}"/>
                </a:ext>
              </a:extLst>
            </p:cNvPr>
            <p:cNvGrpSpPr/>
            <p:nvPr/>
          </p:nvGrpSpPr>
          <p:grpSpPr>
            <a:xfrm>
              <a:off x="7964170" y="3840632"/>
              <a:ext cx="1761432" cy="1089547"/>
              <a:chOff x="1289304" y="2395728"/>
              <a:chExt cx="532180" cy="329184"/>
            </a:xfrm>
          </p:grpSpPr>
          <p:sp>
            <p:nvSpPr>
              <p:cNvPr id="54" name="Oval 32">
                <a:extLst>
                  <a:ext uri="{FF2B5EF4-FFF2-40B4-BE49-F238E27FC236}">
                    <a16:creationId xmlns:a16="http://schemas.microsoft.com/office/drawing/2014/main" id="{54B5ADF9-DF0C-059D-2F0A-E50BEF63CE78}"/>
                  </a:ext>
                </a:extLst>
              </p:cNvPr>
              <p:cNvSpPr/>
              <p:nvPr/>
            </p:nvSpPr>
            <p:spPr>
              <a:xfrm>
                <a:off x="1355140" y="2670048"/>
                <a:ext cx="395020" cy="54864"/>
              </a:xfrm>
              <a:prstGeom prst="ellipse">
                <a:avLst/>
              </a:prstGeom>
              <a:solidFill>
                <a:srgbClr val="4B4540">
                  <a:alpha val="1800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Rounded Rectangle 33">
                <a:extLst>
                  <a:ext uri="{FF2B5EF4-FFF2-40B4-BE49-F238E27FC236}">
                    <a16:creationId xmlns:a16="http://schemas.microsoft.com/office/drawing/2014/main" id="{FD1C8ABD-81EA-2D3B-6256-21CDFFD4C500}"/>
                  </a:ext>
                </a:extLst>
              </p:cNvPr>
              <p:cNvSpPr/>
              <p:nvPr/>
            </p:nvSpPr>
            <p:spPr>
              <a:xfrm rot="20100000">
                <a:off x="1289304" y="2593238"/>
                <a:ext cx="186537" cy="21945"/>
              </a:xfrm>
              <a:prstGeom prst="roundRect">
                <a:avLst>
                  <a:gd name="adj" fmla="val 50000"/>
                </a:avLst>
              </a:prstGeom>
              <a:solidFill>
                <a:srgbClr val="E8A3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Oval 34">
                <a:extLst>
                  <a:ext uri="{FF2B5EF4-FFF2-40B4-BE49-F238E27FC236}">
                    <a16:creationId xmlns:a16="http://schemas.microsoft.com/office/drawing/2014/main" id="{7B4CCA11-39C3-4066-A526-8FF295AC992C}"/>
                  </a:ext>
                </a:extLst>
              </p:cNvPr>
              <p:cNvSpPr/>
              <p:nvPr/>
            </p:nvSpPr>
            <p:spPr>
              <a:xfrm>
                <a:off x="1388059" y="2483510"/>
                <a:ext cx="340156" cy="186537"/>
              </a:xfrm>
              <a:prstGeom prst="ellipse">
                <a:avLst/>
              </a:prstGeom>
              <a:solidFill>
                <a:srgbClr val="8C7A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Oval 35">
                <a:extLst>
                  <a:ext uri="{FF2B5EF4-FFF2-40B4-BE49-F238E27FC236}">
                    <a16:creationId xmlns:a16="http://schemas.microsoft.com/office/drawing/2014/main" id="{5464304E-DB77-2359-1B16-218BCC03D01D}"/>
                  </a:ext>
                </a:extLst>
              </p:cNvPr>
              <p:cNvSpPr/>
              <p:nvPr/>
            </p:nvSpPr>
            <p:spPr>
              <a:xfrm>
                <a:off x="1431950" y="2593238"/>
                <a:ext cx="263347" cy="71323"/>
              </a:xfrm>
              <a:prstGeom prst="ellipse">
                <a:avLst/>
              </a:prstGeom>
              <a:solidFill>
                <a:srgbClr val="6E5E5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Oval 36">
                <a:extLst>
                  <a:ext uri="{FF2B5EF4-FFF2-40B4-BE49-F238E27FC236}">
                    <a16:creationId xmlns:a16="http://schemas.microsoft.com/office/drawing/2014/main" id="{8291D1BF-C425-01FF-48CE-CA6AF9C74941}"/>
                  </a:ext>
                </a:extLst>
              </p:cNvPr>
              <p:cNvSpPr/>
              <p:nvPr/>
            </p:nvSpPr>
            <p:spPr>
              <a:xfrm>
                <a:off x="1453895" y="2653588"/>
                <a:ext cx="60350" cy="27432"/>
              </a:xfrm>
              <a:prstGeom prst="ellipse">
                <a:avLst/>
              </a:prstGeom>
              <a:solidFill>
                <a:srgbClr val="E8A3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Oval 37">
                <a:extLst>
                  <a:ext uri="{FF2B5EF4-FFF2-40B4-BE49-F238E27FC236}">
                    <a16:creationId xmlns:a16="http://schemas.microsoft.com/office/drawing/2014/main" id="{A81DF28C-E88A-080F-4A1B-77ED967E13DD}"/>
                  </a:ext>
                </a:extLst>
              </p:cNvPr>
              <p:cNvSpPr/>
              <p:nvPr/>
            </p:nvSpPr>
            <p:spPr>
              <a:xfrm>
                <a:off x="1596542" y="2653588"/>
                <a:ext cx="60350" cy="27432"/>
              </a:xfrm>
              <a:prstGeom prst="ellipse">
                <a:avLst/>
              </a:prstGeom>
              <a:solidFill>
                <a:srgbClr val="E8A3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Oval 38">
                <a:extLst>
                  <a:ext uri="{FF2B5EF4-FFF2-40B4-BE49-F238E27FC236}">
                    <a16:creationId xmlns:a16="http://schemas.microsoft.com/office/drawing/2014/main" id="{FEEAA6F0-82EE-7524-78BB-E24266CC5D7C}"/>
                  </a:ext>
                </a:extLst>
              </p:cNvPr>
              <p:cNvSpPr/>
              <p:nvPr/>
            </p:nvSpPr>
            <p:spPr>
              <a:xfrm>
                <a:off x="1618488" y="2450592"/>
                <a:ext cx="181051" cy="148132"/>
              </a:xfrm>
              <a:prstGeom prst="ellipse">
                <a:avLst/>
              </a:prstGeom>
              <a:solidFill>
                <a:srgbClr val="8C7A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Oval 39">
                <a:extLst>
                  <a:ext uri="{FF2B5EF4-FFF2-40B4-BE49-F238E27FC236}">
                    <a16:creationId xmlns:a16="http://schemas.microsoft.com/office/drawing/2014/main" id="{5F97020E-C42C-4B73-BB03-E90951BAC09D}"/>
                  </a:ext>
                </a:extLst>
              </p:cNvPr>
              <p:cNvSpPr/>
              <p:nvPr/>
            </p:nvSpPr>
            <p:spPr>
              <a:xfrm>
                <a:off x="1618488" y="2395728"/>
                <a:ext cx="87782" cy="87782"/>
              </a:xfrm>
              <a:prstGeom prst="ellipse">
                <a:avLst/>
              </a:prstGeom>
              <a:solidFill>
                <a:srgbClr val="8C7A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Oval 40">
                <a:extLst>
                  <a:ext uri="{FF2B5EF4-FFF2-40B4-BE49-F238E27FC236}">
                    <a16:creationId xmlns:a16="http://schemas.microsoft.com/office/drawing/2014/main" id="{E53BFCEC-135C-88A8-6D0F-6BA621A148DB}"/>
                  </a:ext>
                </a:extLst>
              </p:cNvPr>
              <p:cNvSpPr/>
              <p:nvPr/>
            </p:nvSpPr>
            <p:spPr>
              <a:xfrm>
                <a:off x="1640433" y="2417673"/>
                <a:ext cx="43891" cy="43891"/>
              </a:xfrm>
              <a:prstGeom prst="ellipse">
                <a:avLst/>
              </a:prstGeom>
              <a:solidFill>
                <a:srgbClr val="E8A3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Oval 41">
                <a:extLst>
                  <a:ext uri="{FF2B5EF4-FFF2-40B4-BE49-F238E27FC236}">
                    <a16:creationId xmlns:a16="http://schemas.microsoft.com/office/drawing/2014/main" id="{3FD4E853-5CB9-81CE-988F-3615F1C89D41}"/>
                  </a:ext>
                </a:extLst>
              </p:cNvPr>
              <p:cNvSpPr/>
              <p:nvPr/>
            </p:nvSpPr>
            <p:spPr>
              <a:xfrm>
                <a:off x="1783080" y="2516428"/>
                <a:ext cx="38404" cy="38404"/>
              </a:xfrm>
              <a:prstGeom prst="ellipse">
                <a:avLst/>
              </a:prstGeom>
              <a:solidFill>
                <a:srgbClr val="E8A3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6" name="Oval 42">
                <a:extLst>
                  <a:ext uri="{FF2B5EF4-FFF2-40B4-BE49-F238E27FC236}">
                    <a16:creationId xmlns:a16="http://schemas.microsoft.com/office/drawing/2014/main" id="{2DA8E726-CFC8-8C62-6CD8-B4BC393677BA}"/>
                  </a:ext>
                </a:extLst>
              </p:cNvPr>
              <p:cNvSpPr/>
              <p:nvPr/>
            </p:nvSpPr>
            <p:spPr>
              <a:xfrm>
                <a:off x="1728216" y="2483510"/>
                <a:ext cx="24688" cy="24688"/>
              </a:xfrm>
              <a:prstGeom prst="ellipse">
                <a:avLst/>
              </a:prstGeom>
              <a:solidFill>
                <a:srgbClr val="3C322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899" name="평행 사변형 898">
              <a:extLst>
                <a:ext uri="{FF2B5EF4-FFF2-40B4-BE49-F238E27FC236}">
                  <a16:creationId xmlns:a16="http://schemas.microsoft.com/office/drawing/2014/main" id="{742F3AAB-978A-F94B-8B6D-A21977C9A6FB}"/>
                </a:ext>
              </a:extLst>
            </p:cNvPr>
            <p:cNvSpPr/>
            <p:nvPr/>
          </p:nvSpPr>
          <p:spPr>
            <a:xfrm>
              <a:off x="7284153" y="1527448"/>
              <a:ext cx="5570390" cy="2616853"/>
            </a:xfrm>
            <a:prstGeom prst="parallelogram">
              <a:avLst>
                <a:gd name="adj" fmla="val 35779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EF0DB70-9706-D7A7-ED8A-E7A0DD657593}"/>
              </a:ext>
            </a:extLst>
          </p:cNvPr>
          <p:cNvGrpSpPr/>
          <p:nvPr/>
        </p:nvGrpSpPr>
        <p:grpSpPr>
          <a:xfrm>
            <a:off x="6759056" y="2288087"/>
            <a:ext cx="2834640" cy="1881927"/>
            <a:chOff x="3302812" y="2304288"/>
            <a:chExt cx="1497787" cy="1133856"/>
          </a:xfrm>
        </p:grpSpPr>
        <p:sp>
          <p:nvSpPr>
            <p:cNvPr id="14" name="Oval 68">
              <a:extLst>
                <a:ext uri="{FF2B5EF4-FFF2-40B4-BE49-F238E27FC236}">
                  <a16:creationId xmlns:a16="http://schemas.microsoft.com/office/drawing/2014/main" id="{8A245DE0-DAC3-6D5E-0150-EC5E313FB66C}"/>
                </a:ext>
              </a:extLst>
            </p:cNvPr>
            <p:cNvSpPr/>
            <p:nvPr/>
          </p:nvSpPr>
          <p:spPr>
            <a:xfrm>
              <a:off x="3339388" y="3381451"/>
              <a:ext cx="307238" cy="38404"/>
            </a:xfrm>
            <a:prstGeom prst="ellipse">
              <a:avLst/>
            </a:prstGeom>
            <a:solidFill>
              <a:srgbClr val="4B4540">
                <a:alpha val="1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69">
              <a:extLst>
                <a:ext uri="{FF2B5EF4-FFF2-40B4-BE49-F238E27FC236}">
                  <a16:creationId xmlns:a16="http://schemas.microsoft.com/office/drawing/2014/main" id="{5EB00097-4843-1FE5-A51C-690CC592A6D0}"/>
                </a:ext>
              </a:extLst>
            </p:cNvPr>
            <p:cNvSpPr/>
            <p:nvPr/>
          </p:nvSpPr>
          <p:spPr>
            <a:xfrm>
              <a:off x="3454603" y="3058850"/>
              <a:ext cx="76809" cy="138257"/>
            </a:xfrm>
            <a:prstGeom prst="roundRect">
              <a:avLst>
                <a:gd name="adj" fmla="val 20000"/>
              </a:avLst>
            </a:prstGeom>
            <a:solidFill>
              <a:srgbClr val="D6EE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70">
              <a:extLst>
                <a:ext uri="{FF2B5EF4-FFF2-40B4-BE49-F238E27FC236}">
                  <a16:creationId xmlns:a16="http://schemas.microsoft.com/office/drawing/2014/main" id="{B20B6876-6CF1-8728-121C-C0AA9DF9617E}"/>
                </a:ext>
              </a:extLst>
            </p:cNvPr>
            <p:cNvSpPr/>
            <p:nvPr/>
          </p:nvSpPr>
          <p:spPr>
            <a:xfrm>
              <a:off x="3443081" y="3035808"/>
              <a:ext cx="99852" cy="38404"/>
            </a:xfrm>
            <a:prstGeom prst="roundRect">
              <a:avLst>
                <a:gd name="adj" fmla="val 29999"/>
              </a:avLst>
            </a:prstGeom>
            <a:solidFill>
              <a:srgbClr val="C8A2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Oval 71">
              <a:extLst>
                <a:ext uri="{FF2B5EF4-FFF2-40B4-BE49-F238E27FC236}">
                  <a16:creationId xmlns:a16="http://schemas.microsoft.com/office/drawing/2014/main" id="{F55D5605-6E08-11E0-FF77-9F63B4C29943}"/>
                </a:ext>
              </a:extLst>
            </p:cNvPr>
            <p:cNvSpPr/>
            <p:nvPr/>
          </p:nvSpPr>
          <p:spPr>
            <a:xfrm>
              <a:off x="3370112" y="3151022"/>
              <a:ext cx="245790" cy="230428"/>
            </a:xfrm>
            <a:prstGeom prst="ellipse">
              <a:avLst/>
            </a:prstGeom>
            <a:solidFill>
              <a:srgbClr val="BFE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Oval 72">
              <a:extLst>
                <a:ext uri="{FF2B5EF4-FFF2-40B4-BE49-F238E27FC236}">
                  <a16:creationId xmlns:a16="http://schemas.microsoft.com/office/drawing/2014/main" id="{7E3C86BD-9D2E-D7B5-5B07-030CD4433471}"/>
                </a:ext>
              </a:extLst>
            </p:cNvPr>
            <p:cNvSpPr/>
            <p:nvPr/>
          </p:nvSpPr>
          <p:spPr>
            <a:xfrm>
              <a:off x="3393155" y="3250874"/>
              <a:ext cx="199704" cy="115214"/>
            </a:xfrm>
            <a:prstGeom prst="ellipse">
              <a:avLst/>
            </a:prstGeom>
            <a:solidFill>
              <a:srgbClr val="9DD5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Oval 73">
              <a:extLst>
                <a:ext uri="{FF2B5EF4-FFF2-40B4-BE49-F238E27FC236}">
                  <a16:creationId xmlns:a16="http://schemas.microsoft.com/office/drawing/2014/main" id="{1115CD6C-45EA-72A6-CD7D-2B6D442F000C}"/>
                </a:ext>
              </a:extLst>
            </p:cNvPr>
            <p:cNvSpPr/>
            <p:nvPr/>
          </p:nvSpPr>
          <p:spPr>
            <a:xfrm>
              <a:off x="3416198" y="3181746"/>
              <a:ext cx="38404" cy="38404"/>
            </a:xfrm>
            <a:prstGeom prst="ellipse">
              <a:avLst/>
            </a:prstGeom>
            <a:solidFill>
              <a:srgbClr val="E6F5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Oval 74">
              <a:extLst>
                <a:ext uri="{FF2B5EF4-FFF2-40B4-BE49-F238E27FC236}">
                  <a16:creationId xmlns:a16="http://schemas.microsoft.com/office/drawing/2014/main" id="{CA4240EA-0B04-B931-5417-2E10C9ADB08C}"/>
                </a:ext>
              </a:extLst>
            </p:cNvPr>
            <p:cNvSpPr/>
            <p:nvPr/>
          </p:nvSpPr>
          <p:spPr>
            <a:xfrm>
              <a:off x="3755898" y="3387852"/>
              <a:ext cx="452628" cy="50292"/>
            </a:xfrm>
            <a:prstGeom prst="ellipse">
              <a:avLst/>
            </a:prstGeom>
            <a:solidFill>
              <a:srgbClr val="4B4540">
                <a:alpha val="1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75">
              <a:extLst>
                <a:ext uri="{FF2B5EF4-FFF2-40B4-BE49-F238E27FC236}">
                  <a16:creationId xmlns:a16="http://schemas.microsoft.com/office/drawing/2014/main" id="{8A8E4BFA-0192-0598-DA70-4610B7DE28D8}"/>
                </a:ext>
              </a:extLst>
            </p:cNvPr>
            <p:cNvSpPr/>
            <p:nvPr/>
          </p:nvSpPr>
          <p:spPr>
            <a:xfrm>
              <a:off x="3770985" y="3196742"/>
              <a:ext cx="422452" cy="221284"/>
            </a:xfrm>
            <a:prstGeom prst="roundRect">
              <a:avLst>
                <a:gd name="adj" fmla="val 22727"/>
              </a:avLst>
            </a:prstGeom>
            <a:solidFill>
              <a:srgbClr val="ECE7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Oval 76">
              <a:extLst>
                <a:ext uri="{FF2B5EF4-FFF2-40B4-BE49-F238E27FC236}">
                  <a16:creationId xmlns:a16="http://schemas.microsoft.com/office/drawing/2014/main" id="{4FD6C9D5-E53E-7164-150B-ED4A4FD67640}"/>
                </a:ext>
              </a:extLst>
            </p:cNvPr>
            <p:cNvSpPr/>
            <p:nvPr/>
          </p:nvSpPr>
          <p:spPr>
            <a:xfrm>
              <a:off x="3760927" y="3106216"/>
              <a:ext cx="442569" cy="181051"/>
            </a:xfrm>
            <a:prstGeom prst="ellipse">
              <a:avLst/>
            </a:prstGeom>
            <a:solidFill>
              <a:srgbClr val="C9D2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Oval 77">
              <a:extLst>
                <a:ext uri="{FF2B5EF4-FFF2-40B4-BE49-F238E27FC236}">
                  <a16:creationId xmlns:a16="http://schemas.microsoft.com/office/drawing/2014/main" id="{37C7B776-BFED-883E-AD19-83C54E71FEEF}"/>
                </a:ext>
              </a:extLst>
            </p:cNvPr>
            <p:cNvSpPr/>
            <p:nvPr/>
          </p:nvSpPr>
          <p:spPr>
            <a:xfrm>
              <a:off x="3831336" y="3126333"/>
              <a:ext cx="301752" cy="110642"/>
            </a:xfrm>
            <a:prstGeom prst="ellipse">
              <a:avLst/>
            </a:prstGeom>
            <a:solidFill>
              <a:srgbClr val="DFE6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Oval 78">
              <a:extLst>
                <a:ext uri="{FF2B5EF4-FFF2-40B4-BE49-F238E27FC236}">
                  <a16:creationId xmlns:a16="http://schemas.microsoft.com/office/drawing/2014/main" id="{3EF91F6A-67F0-E972-3C9B-5212C5374B7F}"/>
                </a:ext>
              </a:extLst>
            </p:cNvPr>
            <p:cNvSpPr/>
            <p:nvPr/>
          </p:nvSpPr>
          <p:spPr>
            <a:xfrm>
              <a:off x="3831336" y="3307384"/>
              <a:ext cx="40233" cy="40233"/>
            </a:xfrm>
            <a:prstGeom prst="ellipse">
              <a:avLst/>
            </a:prstGeom>
            <a:solidFill>
              <a:srgbClr val="C974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79">
              <a:extLst>
                <a:ext uri="{FF2B5EF4-FFF2-40B4-BE49-F238E27FC236}">
                  <a16:creationId xmlns:a16="http://schemas.microsoft.com/office/drawing/2014/main" id="{4FB4FEB3-C5EE-0A71-076B-9061F32D898D}"/>
                </a:ext>
              </a:extLst>
            </p:cNvPr>
            <p:cNvSpPr/>
            <p:nvPr/>
          </p:nvSpPr>
          <p:spPr>
            <a:xfrm>
              <a:off x="3921861" y="3307384"/>
              <a:ext cx="160934" cy="45262"/>
            </a:xfrm>
            <a:prstGeom prst="roundRect">
              <a:avLst>
                <a:gd name="adj" fmla="val 33333"/>
              </a:avLst>
            </a:prstGeom>
            <a:solidFill>
              <a:srgbClr val="8FB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Oval 80">
              <a:extLst>
                <a:ext uri="{FF2B5EF4-FFF2-40B4-BE49-F238E27FC236}">
                  <a16:creationId xmlns:a16="http://schemas.microsoft.com/office/drawing/2014/main" id="{42086A66-692E-66B8-AD2C-31C1096DCE23}"/>
                </a:ext>
              </a:extLst>
            </p:cNvPr>
            <p:cNvSpPr/>
            <p:nvPr/>
          </p:nvSpPr>
          <p:spPr>
            <a:xfrm>
              <a:off x="4251959" y="2809036"/>
              <a:ext cx="548640" cy="65836"/>
            </a:xfrm>
            <a:prstGeom prst="ellipse">
              <a:avLst/>
            </a:prstGeom>
            <a:solidFill>
              <a:srgbClr val="4B4540">
                <a:alpha val="1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81">
              <a:extLst>
                <a:ext uri="{FF2B5EF4-FFF2-40B4-BE49-F238E27FC236}">
                  <a16:creationId xmlns:a16="http://schemas.microsoft.com/office/drawing/2014/main" id="{63533291-C910-29B6-8557-029C80C2F78B}"/>
                </a:ext>
              </a:extLst>
            </p:cNvPr>
            <p:cNvSpPr/>
            <p:nvPr/>
          </p:nvSpPr>
          <p:spPr>
            <a:xfrm>
              <a:off x="4279392" y="2304288"/>
              <a:ext cx="493776" cy="548640"/>
            </a:xfrm>
            <a:prstGeom prst="rect">
              <a:avLst/>
            </a:prstGeom>
            <a:solidFill>
              <a:srgbClr val="C8A2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82">
              <a:extLst>
                <a:ext uri="{FF2B5EF4-FFF2-40B4-BE49-F238E27FC236}">
                  <a16:creationId xmlns:a16="http://schemas.microsoft.com/office/drawing/2014/main" id="{38515F45-7337-8835-0DD5-FBB214D2C2E5}"/>
                </a:ext>
              </a:extLst>
            </p:cNvPr>
            <p:cNvSpPr/>
            <p:nvPr/>
          </p:nvSpPr>
          <p:spPr>
            <a:xfrm>
              <a:off x="4306824" y="2342692"/>
              <a:ext cx="438912" cy="137160"/>
            </a:xfrm>
            <a:prstGeom prst="rect">
              <a:avLst/>
            </a:prstGeom>
            <a:solidFill>
              <a:srgbClr val="DCC3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83">
              <a:extLst>
                <a:ext uri="{FF2B5EF4-FFF2-40B4-BE49-F238E27FC236}">
                  <a16:creationId xmlns:a16="http://schemas.microsoft.com/office/drawing/2014/main" id="{4C7D9263-83DB-2723-43CA-E2CF1B57EFAA}"/>
                </a:ext>
              </a:extLst>
            </p:cNvPr>
            <p:cNvSpPr/>
            <p:nvPr/>
          </p:nvSpPr>
          <p:spPr>
            <a:xfrm>
              <a:off x="4334255" y="2375611"/>
              <a:ext cx="109728" cy="104241"/>
            </a:xfrm>
            <a:prstGeom prst="rect">
              <a:avLst/>
            </a:prstGeom>
            <a:solidFill>
              <a:srgbClr val="BFE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84">
              <a:extLst>
                <a:ext uri="{FF2B5EF4-FFF2-40B4-BE49-F238E27FC236}">
                  <a16:creationId xmlns:a16="http://schemas.microsoft.com/office/drawing/2014/main" id="{5BE7C497-FB51-5725-D494-730B686FBB83}"/>
                </a:ext>
              </a:extLst>
            </p:cNvPr>
            <p:cNvSpPr/>
            <p:nvPr/>
          </p:nvSpPr>
          <p:spPr>
            <a:xfrm>
              <a:off x="4498848" y="2397556"/>
              <a:ext cx="76809" cy="82296"/>
            </a:xfrm>
            <a:prstGeom prst="rect">
              <a:avLst/>
            </a:prstGeom>
            <a:solidFill>
              <a:srgbClr val="CDB4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85">
              <a:extLst>
                <a:ext uri="{FF2B5EF4-FFF2-40B4-BE49-F238E27FC236}">
                  <a16:creationId xmlns:a16="http://schemas.microsoft.com/office/drawing/2014/main" id="{92CD5588-E637-A2C9-FC4E-3B04BD1B2835}"/>
                </a:ext>
              </a:extLst>
            </p:cNvPr>
            <p:cNvSpPr/>
            <p:nvPr/>
          </p:nvSpPr>
          <p:spPr>
            <a:xfrm>
              <a:off x="4306824" y="2512771"/>
              <a:ext cx="438912" cy="137160"/>
            </a:xfrm>
            <a:prstGeom prst="rect">
              <a:avLst/>
            </a:prstGeom>
            <a:solidFill>
              <a:srgbClr val="DCC3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86">
              <a:extLst>
                <a:ext uri="{FF2B5EF4-FFF2-40B4-BE49-F238E27FC236}">
                  <a16:creationId xmlns:a16="http://schemas.microsoft.com/office/drawing/2014/main" id="{6E90C182-7B71-C92B-7ABE-2C2EE3D9C825}"/>
                </a:ext>
              </a:extLst>
            </p:cNvPr>
            <p:cNvSpPr/>
            <p:nvPr/>
          </p:nvSpPr>
          <p:spPr>
            <a:xfrm>
              <a:off x="4334255" y="2545689"/>
              <a:ext cx="109728" cy="104241"/>
            </a:xfrm>
            <a:prstGeom prst="rect">
              <a:avLst/>
            </a:prstGeom>
            <a:solidFill>
              <a:srgbClr val="9DD5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87">
              <a:extLst>
                <a:ext uri="{FF2B5EF4-FFF2-40B4-BE49-F238E27FC236}">
                  <a16:creationId xmlns:a16="http://schemas.microsoft.com/office/drawing/2014/main" id="{1CBDD759-7914-03BE-3FEF-FC56A189FCB1}"/>
                </a:ext>
              </a:extLst>
            </p:cNvPr>
            <p:cNvSpPr/>
            <p:nvPr/>
          </p:nvSpPr>
          <p:spPr>
            <a:xfrm>
              <a:off x="4498848" y="2567635"/>
              <a:ext cx="76809" cy="82296"/>
            </a:xfrm>
            <a:prstGeom prst="rect">
              <a:avLst/>
            </a:prstGeom>
            <a:solidFill>
              <a:srgbClr val="BFE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88">
              <a:extLst>
                <a:ext uri="{FF2B5EF4-FFF2-40B4-BE49-F238E27FC236}">
                  <a16:creationId xmlns:a16="http://schemas.microsoft.com/office/drawing/2014/main" id="{81DFAF28-21ED-C716-9452-8CE0853AC97F}"/>
                </a:ext>
              </a:extLst>
            </p:cNvPr>
            <p:cNvSpPr/>
            <p:nvPr/>
          </p:nvSpPr>
          <p:spPr>
            <a:xfrm>
              <a:off x="4306824" y="2682849"/>
              <a:ext cx="438912" cy="137160"/>
            </a:xfrm>
            <a:prstGeom prst="rect">
              <a:avLst/>
            </a:prstGeom>
            <a:solidFill>
              <a:srgbClr val="DCC3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89">
              <a:extLst>
                <a:ext uri="{FF2B5EF4-FFF2-40B4-BE49-F238E27FC236}">
                  <a16:creationId xmlns:a16="http://schemas.microsoft.com/office/drawing/2014/main" id="{9FEE9533-A2B9-8C46-0E1F-3FAA6D9857BC}"/>
                </a:ext>
              </a:extLst>
            </p:cNvPr>
            <p:cNvSpPr/>
            <p:nvPr/>
          </p:nvSpPr>
          <p:spPr>
            <a:xfrm>
              <a:off x="4334255" y="2715768"/>
              <a:ext cx="109728" cy="104241"/>
            </a:xfrm>
            <a:prstGeom prst="rect">
              <a:avLst/>
            </a:prstGeom>
            <a:solidFill>
              <a:srgbClr val="CDB4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90">
              <a:extLst>
                <a:ext uri="{FF2B5EF4-FFF2-40B4-BE49-F238E27FC236}">
                  <a16:creationId xmlns:a16="http://schemas.microsoft.com/office/drawing/2014/main" id="{82CE6962-0CE1-FE72-29CC-F47CCA977BF1}"/>
                </a:ext>
              </a:extLst>
            </p:cNvPr>
            <p:cNvSpPr/>
            <p:nvPr/>
          </p:nvSpPr>
          <p:spPr>
            <a:xfrm>
              <a:off x="4498848" y="2737713"/>
              <a:ext cx="76809" cy="82296"/>
            </a:xfrm>
            <a:prstGeom prst="rect">
              <a:avLst/>
            </a:prstGeom>
            <a:solidFill>
              <a:srgbClr val="9DD5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Oval 91">
              <a:extLst>
                <a:ext uri="{FF2B5EF4-FFF2-40B4-BE49-F238E27FC236}">
                  <a16:creationId xmlns:a16="http://schemas.microsoft.com/office/drawing/2014/main" id="{71C2F8A2-27C1-160C-9392-547A28C3AED7}"/>
                </a:ext>
              </a:extLst>
            </p:cNvPr>
            <p:cNvSpPr/>
            <p:nvPr/>
          </p:nvSpPr>
          <p:spPr>
            <a:xfrm>
              <a:off x="3302812" y="2790748"/>
              <a:ext cx="855878" cy="65836"/>
            </a:xfrm>
            <a:prstGeom prst="ellipse">
              <a:avLst/>
            </a:prstGeom>
            <a:solidFill>
              <a:srgbClr val="4B4540">
                <a:alpha val="1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ectangle 92">
              <a:extLst>
                <a:ext uri="{FF2B5EF4-FFF2-40B4-BE49-F238E27FC236}">
                  <a16:creationId xmlns:a16="http://schemas.microsoft.com/office/drawing/2014/main" id="{12E9F0AB-74CF-097D-80B9-1960C8C7B1BC}"/>
                </a:ext>
              </a:extLst>
            </p:cNvPr>
            <p:cNvSpPr/>
            <p:nvPr/>
          </p:nvSpPr>
          <p:spPr>
            <a:xfrm>
              <a:off x="3368649" y="2560320"/>
              <a:ext cx="49377" cy="246888"/>
            </a:xfrm>
            <a:prstGeom prst="rect">
              <a:avLst/>
            </a:prstGeom>
            <a:solidFill>
              <a:srgbClr val="A886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93">
              <a:extLst>
                <a:ext uri="{FF2B5EF4-FFF2-40B4-BE49-F238E27FC236}">
                  <a16:creationId xmlns:a16="http://schemas.microsoft.com/office/drawing/2014/main" id="{9040A820-DA25-3C7C-1552-24DD8916CA10}"/>
                </a:ext>
              </a:extLst>
            </p:cNvPr>
            <p:cNvSpPr/>
            <p:nvPr/>
          </p:nvSpPr>
          <p:spPr>
            <a:xfrm>
              <a:off x="4043476" y="2560320"/>
              <a:ext cx="49377" cy="246888"/>
            </a:xfrm>
            <a:prstGeom prst="rect">
              <a:avLst/>
            </a:prstGeom>
            <a:solidFill>
              <a:srgbClr val="A886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94">
              <a:extLst>
                <a:ext uri="{FF2B5EF4-FFF2-40B4-BE49-F238E27FC236}">
                  <a16:creationId xmlns:a16="http://schemas.microsoft.com/office/drawing/2014/main" id="{63E6C0D3-5C6C-C246-D58F-01C86EF5F738}"/>
                </a:ext>
              </a:extLst>
            </p:cNvPr>
            <p:cNvSpPr/>
            <p:nvPr/>
          </p:nvSpPr>
          <p:spPr>
            <a:xfrm>
              <a:off x="3319272" y="2494483"/>
              <a:ext cx="822960" cy="82296"/>
            </a:xfrm>
            <a:prstGeom prst="rect">
              <a:avLst/>
            </a:prstGeom>
            <a:solidFill>
              <a:srgbClr val="A886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95">
              <a:extLst>
                <a:ext uri="{FF2B5EF4-FFF2-40B4-BE49-F238E27FC236}">
                  <a16:creationId xmlns:a16="http://schemas.microsoft.com/office/drawing/2014/main" id="{E12761C9-2398-638F-1C11-15289258DDD0}"/>
                </a:ext>
              </a:extLst>
            </p:cNvPr>
            <p:cNvSpPr/>
            <p:nvPr/>
          </p:nvSpPr>
          <p:spPr>
            <a:xfrm>
              <a:off x="3319272" y="2395728"/>
              <a:ext cx="822960" cy="115214"/>
            </a:xfrm>
            <a:prstGeom prst="rect">
              <a:avLst/>
            </a:prstGeom>
            <a:solidFill>
              <a:srgbClr val="C8A2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01" name="평행 사변형 900">
            <a:extLst>
              <a:ext uri="{FF2B5EF4-FFF2-40B4-BE49-F238E27FC236}">
                <a16:creationId xmlns:a16="http://schemas.microsoft.com/office/drawing/2014/main" id="{E17253AB-98A0-F2AC-7239-6B808D25D276}"/>
              </a:ext>
            </a:extLst>
          </p:cNvPr>
          <p:cNvSpPr/>
          <p:nvPr/>
        </p:nvSpPr>
        <p:spPr>
          <a:xfrm>
            <a:off x="6820875" y="1723623"/>
            <a:ext cx="4040790" cy="1898279"/>
          </a:xfrm>
          <a:prstGeom prst="parallelogram">
            <a:avLst>
              <a:gd name="adj" fmla="val 27751"/>
            </a:avLst>
          </a:prstGeom>
          <a:solidFill>
            <a:schemeClr val="bg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04" name="직선 연결선 903">
            <a:extLst>
              <a:ext uri="{FF2B5EF4-FFF2-40B4-BE49-F238E27FC236}">
                <a16:creationId xmlns:a16="http://schemas.microsoft.com/office/drawing/2014/main" id="{F45EAB55-23D4-1540-EC7F-A5C4CC34C83C}"/>
              </a:ext>
            </a:extLst>
          </p:cNvPr>
          <p:cNvCxnSpPr>
            <a:cxnSpLocks/>
          </p:cNvCxnSpPr>
          <p:nvPr/>
        </p:nvCxnSpPr>
        <p:spPr>
          <a:xfrm>
            <a:off x="1320801" y="2438216"/>
            <a:ext cx="7048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직선 연결선 905">
            <a:extLst>
              <a:ext uri="{FF2B5EF4-FFF2-40B4-BE49-F238E27FC236}">
                <a16:creationId xmlns:a16="http://schemas.microsoft.com/office/drawing/2014/main" id="{3A17D01E-15A8-1BDA-E81B-541DF064BD90}"/>
              </a:ext>
            </a:extLst>
          </p:cNvPr>
          <p:cNvCxnSpPr>
            <a:cxnSpLocks/>
          </p:cNvCxnSpPr>
          <p:nvPr/>
        </p:nvCxnSpPr>
        <p:spPr>
          <a:xfrm flipV="1">
            <a:off x="2025650" y="1828800"/>
            <a:ext cx="5282335" cy="60941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직선 연결선 907">
            <a:extLst>
              <a:ext uri="{FF2B5EF4-FFF2-40B4-BE49-F238E27FC236}">
                <a16:creationId xmlns:a16="http://schemas.microsoft.com/office/drawing/2014/main" id="{93A85C7C-5816-9150-BE47-41B293FEBE0F}"/>
              </a:ext>
            </a:extLst>
          </p:cNvPr>
          <p:cNvCxnSpPr>
            <a:cxnSpLocks/>
          </p:cNvCxnSpPr>
          <p:nvPr/>
        </p:nvCxnSpPr>
        <p:spPr>
          <a:xfrm>
            <a:off x="1300837" y="3176037"/>
            <a:ext cx="236534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직선 연결선 908">
            <a:extLst>
              <a:ext uri="{FF2B5EF4-FFF2-40B4-BE49-F238E27FC236}">
                <a16:creationId xmlns:a16="http://schemas.microsoft.com/office/drawing/2014/main" id="{98A58786-9965-ADBA-1E83-28165B4A49E0}"/>
              </a:ext>
            </a:extLst>
          </p:cNvPr>
          <p:cNvCxnSpPr>
            <a:cxnSpLocks/>
          </p:cNvCxnSpPr>
          <p:nvPr/>
        </p:nvCxnSpPr>
        <p:spPr>
          <a:xfrm flipV="1">
            <a:off x="3666182" y="2746783"/>
            <a:ext cx="2818054" cy="42921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직선 연결선 913">
            <a:extLst>
              <a:ext uri="{FF2B5EF4-FFF2-40B4-BE49-F238E27FC236}">
                <a16:creationId xmlns:a16="http://schemas.microsoft.com/office/drawing/2014/main" id="{0516219A-BF41-0624-EE67-77FB3E835470}"/>
              </a:ext>
            </a:extLst>
          </p:cNvPr>
          <p:cNvCxnSpPr>
            <a:cxnSpLocks/>
          </p:cNvCxnSpPr>
          <p:nvPr/>
        </p:nvCxnSpPr>
        <p:spPr>
          <a:xfrm>
            <a:off x="1301375" y="3919519"/>
            <a:ext cx="7048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직선 연결선 914">
            <a:extLst>
              <a:ext uri="{FF2B5EF4-FFF2-40B4-BE49-F238E27FC236}">
                <a16:creationId xmlns:a16="http://schemas.microsoft.com/office/drawing/2014/main" id="{F0D9068D-AB03-7FC4-DB92-45D4907327C1}"/>
              </a:ext>
            </a:extLst>
          </p:cNvPr>
          <p:cNvCxnSpPr>
            <a:cxnSpLocks/>
          </p:cNvCxnSpPr>
          <p:nvPr/>
        </p:nvCxnSpPr>
        <p:spPr>
          <a:xfrm flipV="1">
            <a:off x="2006224" y="3108253"/>
            <a:ext cx="3806738" cy="81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직선 연결선 916">
            <a:extLst>
              <a:ext uri="{FF2B5EF4-FFF2-40B4-BE49-F238E27FC236}">
                <a16:creationId xmlns:a16="http://schemas.microsoft.com/office/drawing/2014/main" id="{08892431-178D-E5E7-60AF-6DEED6213E09}"/>
              </a:ext>
            </a:extLst>
          </p:cNvPr>
          <p:cNvCxnSpPr>
            <a:cxnSpLocks/>
          </p:cNvCxnSpPr>
          <p:nvPr/>
        </p:nvCxnSpPr>
        <p:spPr>
          <a:xfrm>
            <a:off x="1293641" y="4654253"/>
            <a:ext cx="7048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직선 연결선 917">
            <a:extLst>
              <a:ext uri="{FF2B5EF4-FFF2-40B4-BE49-F238E27FC236}">
                <a16:creationId xmlns:a16="http://schemas.microsoft.com/office/drawing/2014/main" id="{3A7663A0-9958-F402-7392-A536047BBBA0}"/>
              </a:ext>
            </a:extLst>
          </p:cNvPr>
          <p:cNvCxnSpPr>
            <a:cxnSpLocks/>
          </p:cNvCxnSpPr>
          <p:nvPr/>
        </p:nvCxnSpPr>
        <p:spPr>
          <a:xfrm flipV="1">
            <a:off x="1998490" y="3493297"/>
            <a:ext cx="3238300" cy="11609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직선 연결선 919">
            <a:extLst>
              <a:ext uri="{FF2B5EF4-FFF2-40B4-BE49-F238E27FC236}">
                <a16:creationId xmlns:a16="http://schemas.microsoft.com/office/drawing/2014/main" id="{F51E8BB7-D451-0808-132D-16A4813BEE83}"/>
              </a:ext>
            </a:extLst>
          </p:cNvPr>
          <p:cNvCxnSpPr>
            <a:cxnSpLocks/>
          </p:cNvCxnSpPr>
          <p:nvPr/>
        </p:nvCxnSpPr>
        <p:spPr>
          <a:xfrm>
            <a:off x="1290123" y="5378699"/>
            <a:ext cx="7048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직선 연결선 920">
            <a:extLst>
              <a:ext uri="{FF2B5EF4-FFF2-40B4-BE49-F238E27FC236}">
                <a16:creationId xmlns:a16="http://schemas.microsoft.com/office/drawing/2014/main" id="{7DAFE014-A09E-BA13-1D3C-403DE3D566E4}"/>
              </a:ext>
            </a:extLst>
          </p:cNvPr>
          <p:cNvCxnSpPr>
            <a:cxnSpLocks/>
          </p:cNvCxnSpPr>
          <p:nvPr/>
        </p:nvCxnSpPr>
        <p:spPr>
          <a:xfrm flipV="1">
            <a:off x="1994972" y="4069281"/>
            <a:ext cx="2752598" cy="13094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4" name="TextBox 923">
            <a:extLst>
              <a:ext uri="{FF2B5EF4-FFF2-40B4-BE49-F238E27FC236}">
                <a16:creationId xmlns:a16="http://schemas.microsoft.com/office/drawing/2014/main" id="{0523D016-CEF9-F0CC-9276-DC0AD2857D48}"/>
              </a:ext>
            </a:extLst>
          </p:cNvPr>
          <p:cNvSpPr txBox="1"/>
          <p:nvPr/>
        </p:nvSpPr>
        <p:spPr>
          <a:xfrm>
            <a:off x="1133475" y="1362372"/>
            <a:ext cx="2834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 구성 요소들의 레이어 순서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8924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요소별 묘사 단계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2CB5AB7-F18B-A129-636D-C4E1F3FE715F}"/>
              </a:ext>
            </a:extLst>
          </p:cNvPr>
          <p:cNvSpPr txBox="1"/>
          <p:nvPr/>
        </p:nvSpPr>
        <p:spPr>
          <a:xfrm>
            <a:off x="1203960" y="5049992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바닥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92FCD-3685-8BB6-FC84-0978F77DA8B9}"/>
              </a:ext>
            </a:extLst>
          </p:cNvPr>
          <p:cNvSpPr txBox="1"/>
          <p:nvPr/>
        </p:nvSpPr>
        <p:spPr>
          <a:xfrm>
            <a:off x="1203960" y="4308574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벽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6E212-4167-AC80-D71E-9D2FBF0C2E37}"/>
              </a:ext>
            </a:extLst>
          </p:cNvPr>
          <p:cNvSpPr txBox="1"/>
          <p:nvPr/>
        </p:nvSpPr>
        <p:spPr>
          <a:xfrm>
            <a:off x="1203960" y="3567157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EBDF1-4A60-07C8-7A19-F93FC279759E}"/>
              </a:ext>
            </a:extLst>
          </p:cNvPr>
          <p:cNvSpPr txBox="1"/>
          <p:nvPr/>
        </p:nvSpPr>
        <p:spPr>
          <a:xfrm>
            <a:off x="1203960" y="282574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부술 수 있는 오브젝트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0B025-DD32-5BF9-D7E1-8426B083C3BB}"/>
              </a:ext>
            </a:extLst>
          </p:cNvPr>
          <p:cNvSpPr txBox="1"/>
          <p:nvPr/>
        </p:nvSpPr>
        <p:spPr>
          <a:xfrm>
            <a:off x="1203960" y="2084323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UI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4756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구성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요소별 묘사 단계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2CB5AB7-F18B-A129-636D-C4E1F3FE715F}"/>
              </a:ext>
            </a:extLst>
          </p:cNvPr>
          <p:cNvSpPr txBox="1"/>
          <p:nvPr/>
        </p:nvSpPr>
        <p:spPr>
          <a:xfrm>
            <a:off x="1203960" y="5049992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바닥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92FCD-3685-8BB6-FC84-0978F77DA8B9}"/>
              </a:ext>
            </a:extLst>
          </p:cNvPr>
          <p:cNvSpPr txBox="1"/>
          <p:nvPr/>
        </p:nvSpPr>
        <p:spPr>
          <a:xfrm>
            <a:off x="1203960" y="4308574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벽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6E212-4167-AC80-D71E-9D2FBF0C2E37}"/>
              </a:ext>
            </a:extLst>
          </p:cNvPr>
          <p:cNvSpPr txBox="1"/>
          <p:nvPr/>
        </p:nvSpPr>
        <p:spPr>
          <a:xfrm>
            <a:off x="1203960" y="3567157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EBDF1-4A60-07C8-7A19-F93FC279759E}"/>
              </a:ext>
            </a:extLst>
          </p:cNvPr>
          <p:cNvSpPr txBox="1"/>
          <p:nvPr/>
        </p:nvSpPr>
        <p:spPr>
          <a:xfrm>
            <a:off x="1203960" y="282574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부술 수 있는 오브젝트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0B025-DD32-5BF9-D7E1-8426B083C3BB}"/>
              </a:ext>
            </a:extLst>
          </p:cNvPr>
          <p:cNvSpPr txBox="1"/>
          <p:nvPr/>
        </p:nvSpPr>
        <p:spPr>
          <a:xfrm>
            <a:off x="1203960" y="2084323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UI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0126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491</Words>
  <Application>Microsoft Office PowerPoint</Application>
  <PresentationFormat>와이드스크린</PresentationFormat>
  <Paragraphs>102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도원 박</cp:lastModifiedBy>
  <cp:revision>24</cp:revision>
  <dcterms:created xsi:type="dcterms:W3CDTF">2026-09-29T07:46:10Z</dcterms:created>
  <dcterms:modified xsi:type="dcterms:W3CDTF">2026-10-08T01:24:41Z</dcterms:modified>
</cp:coreProperties>
</file>