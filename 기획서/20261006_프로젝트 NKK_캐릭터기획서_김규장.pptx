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eg"/>
  <Override PartName="/ppt/media/image6.jpg" ContentType="image/jpeg"/>
  <Override PartName="/ppt/media/image7.jpg" ContentType="image/jpeg"/>
  <Override PartName="/ppt/notesSlides/notesSlide2.xml" ContentType="application/vnd.openxmlformats-officedocument.presentationml.notesSlide+xml"/>
  <Override PartName="/ppt/media/image8.jpg" ContentType="image/jpeg"/>
  <Override PartName="/ppt/media/image9.jpg" ContentType="image/jpeg"/>
  <Override PartName="/ppt/media/image10.jpg" ContentType="image/jpeg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70" r:id="rId3"/>
    <p:sldId id="288" r:id="rId4"/>
    <p:sldId id="311" r:id="rId5"/>
    <p:sldId id="292" r:id="rId6"/>
    <p:sldId id="315" r:id="rId7"/>
    <p:sldId id="312" r:id="rId8"/>
    <p:sldId id="31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B64D-1741-80BE-5DAE-B0DD5820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6FE6BB-C210-47D4-F1A5-988ACEE5C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954ED1-ADC0-33BA-40D3-FB53E1527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09B0E-7EA2-891D-5A7F-18B7E29B6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514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583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AE8D0-F791-48B5-8D49-9585167E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86587B-35C0-C6AA-B5B5-F19283458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EA398D-AF79-D2DC-502B-0F20A0B34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5D6D6E-CC7D-90A0-A181-8D2B830CF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204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4912504" y="2025631"/>
            <a:ext cx="6583680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캐릭터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7924727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7924727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9746184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9746184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7924727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9746184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8667156" y="3269557"/>
            <a:ext cx="28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5359" y="1674538"/>
            <a:ext cx="181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2P</a:t>
            </a: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0184" y="1971932"/>
            <a:ext cx="29142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en-US" altLang="ko-KR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en-US" altLang="ko-KR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기획의도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캐릭터 속성 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558803" y="18540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C80CA0-0152-AFBE-492B-1DB0B212F3DD}"/>
              </a:ext>
            </a:extLst>
          </p:cNvPr>
          <p:cNvSpPr txBox="1"/>
          <p:nvPr/>
        </p:nvSpPr>
        <p:spPr>
          <a:xfrm>
            <a:off x="1705359" y="3781534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일반 쥐</a:t>
            </a:r>
            <a:r>
              <a:rPr lang="ko-KR" altLang="en-US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6P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E383A49-20C2-6444-EA90-520AAB3011AA}"/>
              </a:ext>
            </a:extLst>
          </p:cNvPr>
          <p:cNvSpPr/>
          <p:nvPr/>
        </p:nvSpPr>
        <p:spPr>
          <a:xfrm rot="5400000">
            <a:off x="1558803" y="395269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1674538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에픽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쥐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7P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1845701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A15D1-1A5B-1E26-AD73-5F586700634B}"/>
              </a:ext>
            </a:extLst>
          </p:cNvPr>
          <p:cNvSpPr txBox="1"/>
          <p:nvPr/>
        </p:nvSpPr>
        <p:spPr>
          <a:xfrm>
            <a:off x="5924554" y="2597307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유니크 쥐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7P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5F4620-7839-5ADD-847D-63D8E6AB3318}"/>
              </a:ext>
            </a:extLst>
          </p:cNvPr>
          <p:cNvSpPr/>
          <p:nvPr/>
        </p:nvSpPr>
        <p:spPr>
          <a:xfrm rot="5400000">
            <a:off x="5777998" y="2768470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6DED8B-E612-43B4-F61E-E096E3FD5441}"/>
              </a:ext>
            </a:extLst>
          </p:cNvPr>
          <p:cNvSpPr txBox="1"/>
          <p:nvPr/>
        </p:nvSpPr>
        <p:spPr>
          <a:xfrm>
            <a:off x="1705359" y="4721797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레어 쥐</a:t>
            </a:r>
            <a:r>
              <a:rPr lang="ko-KR" altLang="en-US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6P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FFE4DB-B958-21A5-597E-0926AE8E1F46}"/>
              </a:ext>
            </a:extLst>
          </p:cNvPr>
          <p:cNvSpPr/>
          <p:nvPr/>
        </p:nvSpPr>
        <p:spPr>
          <a:xfrm rot="5400000">
            <a:off x="1558803" y="4892960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236883-E849-BA7E-C573-231AF4A0CD98}"/>
              </a:ext>
            </a:extLst>
          </p:cNvPr>
          <p:cNvSpPr txBox="1"/>
          <p:nvPr/>
        </p:nvSpPr>
        <p:spPr>
          <a:xfrm>
            <a:off x="5905502" y="3452351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전설 쥐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7P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8B2C4D-B86F-DA3B-0366-C6355BBC28BD}"/>
              </a:ext>
            </a:extLst>
          </p:cNvPr>
          <p:cNvSpPr/>
          <p:nvPr/>
        </p:nvSpPr>
        <p:spPr>
          <a:xfrm rot="5400000">
            <a:off x="5758946" y="3623514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745ADF-DCA3-B487-005B-E799214499EA}"/>
              </a:ext>
            </a:extLst>
          </p:cNvPr>
          <p:cNvSpPr txBox="1"/>
          <p:nvPr/>
        </p:nvSpPr>
        <p:spPr>
          <a:xfrm>
            <a:off x="5905502" y="4399757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신화 쥐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7P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84CDB9-95A2-62FD-9C4E-5B71450B6447}"/>
              </a:ext>
            </a:extLst>
          </p:cNvPr>
          <p:cNvSpPr/>
          <p:nvPr/>
        </p:nvSpPr>
        <p:spPr>
          <a:xfrm rot="5400000">
            <a:off x="5758946" y="4570920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19" name="표 10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023768"/>
              </p:ext>
            </p:extLst>
          </p:nvPr>
        </p:nvGraphicFramePr>
        <p:xfrm>
          <a:off x="1133856" y="1600200"/>
          <a:ext cx="8595360" cy="2743200"/>
        </p:xfrm>
        <a:graphic>
          <a:graphicData uri="http://schemas.openxmlformats.org/drawingml/2006/table">
            <a:tbl>
              <a:tblPr firstRow="1" bandRow="1"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2026-10-05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개요작성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예시 샘플 작성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alt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마리 추가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탐정쥐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치즈퐁듀쥐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작성완료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BC3E-2A54-EA5D-74D8-C1383FE9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FD09B-B5CF-02D2-4029-5967F625D5B6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기획의도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FED9355-7BDB-B310-DC2E-5315FDED88AC}"/>
              </a:ext>
            </a:extLst>
          </p:cNvPr>
          <p:cNvGrpSpPr/>
          <p:nvPr/>
        </p:nvGrpSpPr>
        <p:grpSpPr>
          <a:xfrm>
            <a:off x="1489075" y="2441820"/>
            <a:ext cx="9139430" cy="635482"/>
            <a:chOff x="1489075" y="2145639"/>
            <a:chExt cx="9139430" cy="63548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C602DC-5787-629D-248B-79CC618A391C}"/>
                </a:ext>
              </a:extLst>
            </p:cNvPr>
            <p:cNvSpPr txBox="1"/>
            <p:nvPr/>
          </p:nvSpPr>
          <p:spPr>
            <a:xfrm>
              <a:off x="1588895" y="2411789"/>
              <a:ext cx="903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유명 </a:t>
              </a:r>
              <a:r>
                <a:rPr lang="ko-KR" altLang="ko-KR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밈과</a:t>
              </a:r>
              <a:r>
                <a:rPr lang="ko-KR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애니메이션 </a:t>
              </a:r>
              <a:r>
                <a:rPr lang="ko-KR" altLang="ko-KR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밈</a:t>
              </a:r>
              <a:r>
                <a:rPr lang="ko-KR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등 다양한 소재를 활용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으로 친숙함 강화</a:t>
              </a: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DFC306-62FA-75FD-5BFE-898727A56E36}"/>
                </a:ext>
              </a:extLst>
            </p:cNvPr>
            <p:cNvSpPr txBox="1"/>
            <p:nvPr/>
          </p:nvSpPr>
          <p:spPr>
            <a:xfrm>
              <a:off x="1489075" y="2145639"/>
              <a:ext cx="5890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다양한 </a:t>
              </a:r>
              <a:r>
                <a:rPr lang="ko-KR" altLang="en-US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밈을</a:t>
              </a:r>
              <a:r>
                <a:rPr lang="ko-KR" altLang="en-US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활용한 친숙함 강화</a:t>
              </a:r>
              <a:endPara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0ED2608-465C-DABE-E589-4D2A338F9647}"/>
              </a:ext>
            </a:extLst>
          </p:cNvPr>
          <p:cNvGrpSpPr/>
          <p:nvPr/>
        </p:nvGrpSpPr>
        <p:grpSpPr>
          <a:xfrm>
            <a:off x="1489074" y="3597918"/>
            <a:ext cx="9139431" cy="653420"/>
            <a:chOff x="1489074" y="3450563"/>
            <a:chExt cx="9139431" cy="6534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0D344F-4B00-8C5B-FD30-DBC0FD675774}"/>
                </a:ext>
              </a:extLst>
            </p:cNvPr>
            <p:cNvSpPr txBox="1"/>
            <p:nvPr/>
          </p:nvSpPr>
          <p:spPr>
            <a:xfrm>
              <a:off x="1489074" y="3450563"/>
              <a:ext cx="6644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밈을</a:t>
              </a:r>
              <a:r>
                <a:rPr lang="ko-KR" altLang="en-US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활용한 스킬의 개성 및 재미 강화</a:t>
              </a:r>
              <a:endPara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CEB302-486A-D7A6-5CC7-E5119B577093}"/>
                </a:ext>
              </a:extLst>
            </p:cNvPr>
            <p:cNvSpPr txBox="1"/>
            <p:nvPr/>
          </p:nvSpPr>
          <p:spPr>
            <a:xfrm>
              <a:off x="1588895" y="3734651"/>
              <a:ext cx="9039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패러디와 쥐로 변형한 캐릭터의 개성과 연출을 통해 캐릭터가 기억에 남도록 함</a:t>
              </a: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D2A08C1-5FFB-FE98-BF90-655A336AF2B3}"/>
              </a:ext>
            </a:extLst>
          </p:cNvPr>
          <p:cNvGrpSpPr/>
          <p:nvPr/>
        </p:nvGrpSpPr>
        <p:grpSpPr>
          <a:xfrm>
            <a:off x="1489073" y="4771954"/>
            <a:ext cx="9139432" cy="897559"/>
            <a:chOff x="1489073" y="4475773"/>
            <a:chExt cx="9139432" cy="89755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5B726C-C90A-386F-6295-E5ACDB28208C}"/>
                </a:ext>
              </a:extLst>
            </p:cNvPr>
            <p:cNvSpPr txBox="1"/>
            <p:nvPr/>
          </p:nvSpPr>
          <p:spPr>
            <a:xfrm>
              <a:off x="1489073" y="4475773"/>
              <a:ext cx="2601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자연스러운 바이럴</a:t>
              </a:r>
              <a:endPara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3DE173-D8DF-DD70-E06E-759E3A051704}"/>
                </a:ext>
              </a:extLst>
            </p:cNvPr>
            <p:cNvSpPr txBox="1"/>
            <p:nvPr/>
          </p:nvSpPr>
          <p:spPr>
            <a:xfrm>
              <a:off x="1588895" y="4727001"/>
              <a:ext cx="90396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스트리머방송</a:t>
              </a:r>
              <a:r>
                <a: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커뮤니티 공유를 통한 게임 인지도 및 관심도 상승</a:t>
              </a: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94284F-91A2-58E9-64CB-EA6D55249F72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6770D7D-3E43-FC7E-C64D-9E31B440BD46}"/>
              </a:ext>
            </a:extLst>
          </p:cNvPr>
          <p:cNvSpPr txBox="1"/>
          <p:nvPr/>
        </p:nvSpPr>
        <p:spPr>
          <a:xfrm>
            <a:off x="1489075" y="1536039"/>
            <a:ext cx="760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한줄요약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캐릭터와 </a:t>
            </a:r>
            <a:r>
              <a:rPr lang="ko-KR" altLang="en-US" sz="2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스킬구성에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을 적극적으로 활용하자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919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캐릭터 속성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20" name="표 10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43057"/>
              </p:ext>
            </p:extLst>
          </p:nvPr>
        </p:nvGraphicFramePr>
        <p:xfrm>
          <a:off x="1133856" y="1508760"/>
          <a:ext cx="8595360" cy="4114800"/>
        </p:xfrm>
        <a:graphic>
          <a:graphicData uri="http://schemas.openxmlformats.org/drawingml/2006/table">
            <a:tbl>
              <a:tblPr firstRow="1" bandRow="1"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용어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이름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도감에 표시되는 쥐의 이름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쥐의 성능을 표시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 (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레어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에픽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유니크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전설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신화로 구분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티어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해금 되는 특정한 단계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입히는 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피해량의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기초가 되는 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스텟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게이지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필살기를 사용하기 위해 채워야 하는 수치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3008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패시브 스킬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쥐의 특징이며 상시 사용되는 스킬 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모든 등급 쥐가 보유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액티브 스킬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</a:t>
                      </a:r>
                      <a:r>
                        <a:rPr lang="ko-KR" altLang="en-US" sz="125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쿨타임</a:t>
                      </a:r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마다 자동으로 사용하는 스킬 </a:t>
                      </a:r>
                      <a:r>
                        <a:rPr lang="en-US" altLang="ko-KR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희귀 쥐 이상이 보유</a:t>
                      </a:r>
                      <a:r>
                        <a:rPr lang="en-US" altLang="ko-KR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</a:t>
                      </a:r>
                      <a:endParaRPr lang="ko-KR" alt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컷 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씬과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함께 사용하는 기술 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 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전설 쥐 이상이 보유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7A2F-EED7-4553-EFF2-FD8F1E75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3243B6-CD8A-645E-AA74-55BF060DC035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찍찍 탐정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F175D0B-3EDE-81CF-AB9B-2D79E89E7027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9701A1FA-73BC-9F92-8B2F-C9E097C9ED04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297F878A-6C04-D2A5-595F-A5F36AC36625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DC455AD9-8AEA-1D31-3C71-689B7DB0AED7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3F81C814-F730-8B5C-8E4B-DB6CB4B0206D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1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408A6C16-8AD0-5E29-8570-299D26EF7EE1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E4F316D4-1680-0EDA-C5C3-1E2AABF396E1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326AE1C6-1592-2812-2D3E-61108D1BD72D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64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6987F5B7-9E88-F060-C6F2-1949F96AC76B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C750FE83-8D7A-31A8-5AFF-3356E4434C02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물건파괴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50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82" name="Image 0" descr="/workspace/artifacts/skill_hero.jpg">
            <a:extLst>
              <a:ext uri="{FF2B5EF4-FFF2-40B4-BE49-F238E27FC236}">
                <a16:creationId xmlns:a16="http://schemas.microsoft.com/office/drawing/2014/main" id="{A62915C7-E64F-49B6-76A6-09C3AA8B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3475" y="1628775"/>
            <a:ext cx="3461719" cy="1864003"/>
          </a:xfrm>
          <a:prstGeom prst="rect">
            <a:avLst/>
          </a:prstGeom>
        </p:spPr>
      </p:pic>
      <p:sp>
        <p:nvSpPr>
          <p:cNvPr id="1084" name="Shape 14">
            <a:extLst>
              <a:ext uri="{FF2B5EF4-FFF2-40B4-BE49-F238E27FC236}">
                <a16:creationId xmlns:a16="http://schemas.microsoft.com/office/drawing/2014/main" id="{7F829002-AFED-F382-ED67-5DD3CEDEB3A5}"/>
              </a:ext>
            </a:extLst>
          </p:cNvPr>
          <p:cNvSpPr/>
          <p:nvPr/>
        </p:nvSpPr>
        <p:spPr>
          <a:xfrm>
            <a:off x="1133475" y="1628775"/>
            <a:ext cx="3461719" cy="1864003"/>
          </a:xfrm>
          <a:prstGeom prst="roundRect">
            <a:avLst>
              <a:gd name="adj" fmla="val 4082"/>
            </a:avLst>
          </a:prstGeom>
          <a:ln w="12700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DC5FB49E-0FE0-F41A-3F46-E5ADAAFFABC3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0DF507F8-F276-E50A-AA25-8DA8D6513885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464A68C5-F2F6-CF34-DB2A-9AB4EC600E8C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명탐정</a:t>
            </a:r>
            <a:r>
              <a:rPr lang="en-US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코</a:t>
            </a:r>
            <a:r>
              <a:rPr lang="ko-KR" altLang="en-US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난을 패러디</a:t>
            </a:r>
            <a:r>
              <a:rPr lang="en-US" altLang="ko-KR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. </a:t>
            </a:r>
            <a:r>
              <a:rPr lang="ko-KR" altLang="en-US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추리능력과 축구공을 활용하며 나비넥타이가 특징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4EA9817B-B173-7509-E6CC-4A8E3174AA71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060FC285-0F57-DC6A-F0FD-B403AEDBA07B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02AB52F5-291D-F666-A050-6BEC122B1493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물건 파괴를 전문적으로 하는 탐정 쥐 체력이 높은 까다로운 물건을 손쉽게 파괴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AB20793-68B9-D701-3855-DF467DF6C146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369492A2-5EA4-F8D4-4066-BF4F267FDD06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1921FDB1-65D8-9C25-A3D4-928511FEE79E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69D8BD3B-CB90-221C-53EB-711720944880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7A01E31B-0A4D-7941-E37E-2AA71A175AC5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단서 수집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10753C22-45C8-14B6-222E-0C14C8FF350B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물건을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파괴할때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마다 단서를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 얻습니다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모은 단서와 비례해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피해량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증가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사용시 단서 초기화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DD41FDCA-8814-BE48-FE3B-64D079C77F1B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C02B8D96-C462-9EED-616B-AE2FF57A9218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9FD6A3CA-2A2A-5A46-4999-7D70FA9E2CB1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8A4785F6-335E-B0C8-D5CD-C4D662594B9A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축구공 킥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5F352DFB-3F2D-3313-FB1F-87984EECD3C8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10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 자동으로 발동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</a:p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나와 가장 가까운 물건으로 축구공 발사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endParaRP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축구공은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회동안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당구공 처럼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팅기며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물건을 맞춘다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7ED815A2-E2AE-0D3D-7A9D-8391165326D3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1DA4582C-55AB-7397-66A3-9C54FD45C1E0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F641D716-A7D1-CDEC-F886-013C1B826F75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C7B0D8B1-177D-80BC-8DC0-FC03E93A8C13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진실은 언제나 하나</a:t>
              </a:r>
              <a:r>
                <a:rPr lang="en-US" altLang="ko-KR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!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FB30BAA7-E43C-FF6E-4962-319AE14AA1D4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가장 체력이 높은 물건에 강력한 피해를 준다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연출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손가락으로 물건을 가리키며 그 물건을 즉시 파괴된다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42EC9A8-6913-403D-1A4A-466AE89BD9EF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 범인은 제일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강한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놈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0128200-6216-1B43-1A3F-9EAA5F04B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07" y="3709912"/>
            <a:ext cx="2560000" cy="144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5754BB7-FF12-879D-0427-655A6C1D8F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41" y="3709912"/>
            <a:ext cx="2560000" cy="144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88BDBB4-2BF8-ABC3-729B-4BA3812FF2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52" y="3709912"/>
            <a:ext cx="256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9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치즈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퐁듀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 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8E6DF13F-9CB0-41DC-1E4D-3F8E8166CD10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18EF0FF1-BC61-6CE6-EA4A-56276B1283C1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3A3625AB-556D-5B52-8E9C-1B5C67A64459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7066BCDD-2306-3C4B-2450-AA5B09244CF6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2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515A52C2-C8F5-0124-7A98-78C6AD8FAAB9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981861AA-7C61-E483-2BF4-00806C56C736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76A64BE8-AC56-EB92-9B1B-8FE526AEC9BA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80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B81123D8-250C-B138-51BC-3530643868FD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FCB53606-0F9A-D99F-4811-6CA609437EAB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치즈 수집 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50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B971B7F7-4E63-E0AC-6B69-6A6C3A6E5ED1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6FC7CDC0-AA37-2CC3-2394-21ECB8E235BB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7E68BBD9-C6BA-6A6C-7D9B-440C49007FB3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테스터훈 치즈분수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패러디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촬영당시 입은 하와이완 티셔츠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치즈가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묻은게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특징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E9552DAE-ED40-3730-2416-1050DED6C30D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9DC5C2EC-FE86-87AA-8AD1-BA73B9D76D8A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BCDECEF3-E851-E379-7286-C1B29D93AC6E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360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 방향으로 공격하며 치즈를 활용하여 공격하는 쥐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D3D5D8-8BB1-5098-5D8A-5B3881E84DCE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F92536B6-0D1B-A97B-2058-3CBA7D30E905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08429547-17AC-D887-A939-84EF33C575B3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3F0A8A7F-38F0-DF4C-0CC8-98766580850E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5D40D507-1176-8563-CD4F-129600489D4B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추가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2E367D38-625E-35A4-88FB-740376BC0674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 쥐의 액티브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스킬로 적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처치시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치즈획득량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100%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B02BC7E8-5969-C867-0637-0764AD693FB4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4AC79F5D-FDFA-8593-5B80-B309CF9E6D61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17FD0AD5-9238-C8D3-E159-10CFEC7651F6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AC76061C-C722-1798-F937-245AAA0E2E49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분수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46E03D63-97AC-4E8C-58B2-D9C95DB436B7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 자동으로 발동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</a:p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8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방향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각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45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도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로 일정한 각도로 특정주기 마다 치즈 탄환 발사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4B40E7D0-CFE6-667F-FB61-96A95A32D5A0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E2A712AC-7F8B-C624-2A7D-2DEB378FED12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3A38E8F6-E311-DDE5-29D6-0FA02668B539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08EE7A5F-E0C8-9580-FF54-B631B8F4A517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 err="1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회전회오리</a:t>
              </a: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!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82FCB3CD-5910-B048-8E13-5856401900B6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치즈가 팽이처럼 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초동안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빙글빙글 회전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래퍼런스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가렌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E)</a:t>
              </a: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0.4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 마다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번씩 타격하여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번타격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B137901D-1DA4-3D3C-2C4A-6C35C78B7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3754" y="3709912"/>
            <a:ext cx="2145306" cy="144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C2B7F44-0EFE-A420-9F27-835972B20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9488" y="3709912"/>
            <a:ext cx="2145306" cy="144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F03A7E0-493A-9DDC-4498-BBA3D437CF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2999" y="3709912"/>
            <a:ext cx="2145306" cy="144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558C784-5C00-8CD3-899A-242C09CB5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647" y="1628775"/>
            <a:ext cx="3277424" cy="184355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8C5144D-1E56-60E6-F7B1-12A7C47A69B6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 치즈와 원만히 해결하시길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58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C343-8FA4-0943-6E86-0BAA23D27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C94171-493B-3493-74A4-22A811624A8E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치즈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퐁듀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 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임시 예시샘플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D28D19-E9FF-0262-A66D-4373B163AB46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C985FF52-9A9E-038E-E2FE-D11793600B0A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E838477B-BF5B-8161-E882-F19A6145E505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2333CF10-593C-8D16-B7A8-CBED28B03BB7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2B703E7B-00AC-364F-05DA-13BF29BFCF95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3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5D4D9EB9-4431-6036-111E-54EACA76A0B4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7B360A0C-B3D5-FAD2-E024-23BAB219DC31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AED4879C-6BEE-0E60-9565-157190AD5A4A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80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CB8DF248-0D98-9E6A-C462-5EE596BBB7B7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46ABCF94-3538-4317-802D-1FD7D876260C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치즈 수집 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50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52EAB353-3C4B-4842-7128-715AD85E73F9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C9DAC4C1-3754-4534-E73F-BCF11B7D35A0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099B3161-58C6-6493-19E9-6776E559966E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테스터훈 치즈분수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패러디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촬영당시 입은 하와이완 티셔츠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치즈가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묻은게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특징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81D1F0A2-2C47-0747-F849-CCC4970A702D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EB4D2BC5-D681-78DB-8B63-61DECBD97CD9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B73B007E-8804-ADCE-41C7-B3156D4DFA28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360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 방향으로 공격하며 치즈를 활용하여 공격하는 쥐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7BFDF75-DF76-A6D7-7743-6C00F1796CAA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FA96DFE4-A118-3AB6-44A0-6EC1FD49E6C8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EDC7BC92-3B2D-B20D-8F05-A2EE76CDD562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031F88C1-2B76-C2BC-DFD4-F89D82B91E04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BB0953E1-F303-46FE-9342-8F47E53F339A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추가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680BBA3C-E522-0001-F40A-0BD1E9F1067C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 쥐의 액티브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스킬로 적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처치시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치즈획득량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100%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31FC267B-21B2-D987-3C92-EDD2EBAB53FA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2FA0DD31-B90C-4B73-0D99-A590FB790CF6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F94B3427-875F-A55F-BA06-08A89ADA9781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C4F54D64-FBF8-5F10-3B9D-506F14777531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분수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CEEE6B30-35DF-903F-91DF-D10E5A429607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 자동으로 발동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</a:p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8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방향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각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45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도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로 일정한 각도로 특정주기 마다 치즈 탄환 발사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241BC11F-3F2C-A507-05BA-4BC7874FB7D9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46D960A2-E4A0-F674-7FB8-00355BEF6A55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F00C73D9-AC5D-D97B-8765-26134A2F580A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AA77D2A6-1478-9A4E-A8C7-852062BE9B7A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 err="1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회전회오리</a:t>
              </a: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!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263E3960-31C0-ACA7-CF54-042B10F602FC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치즈가 팽이처럼 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초동안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빙글빙글 회전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래퍼런스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가렌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E)</a:t>
              </a: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0.4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 마다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번씩 타격하여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번타격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B9CD37D-7BE8-B9CA-486D-780CE0CFA51E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 범인은 제일 비싼 놈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D49D5E-5EBA-1F25-3727-F204541819CD}"/>
              </a:ext>
            </a:extLst>
          </p:cNvPr>
          <p:cNvSpPr/>
          <p:nvPr/>
        </p:nvSpPr>
        <p:spPr>
          <a:xfrm>
            <a:off x="1194340" y="4008120"/>
            <a:ext cx="436340" cy="949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54627C0-B800-8EB2-03A9-80C8CCB3A614}"/>
              </a:ext>
            </a:extLst>
          </p:cNvPr>
          <p:cNvSpPr/>
          <p:nvPr/>
        </p:nvSpPr>
        <p:spPr>
          <a:xfrm>
            <a:off x="4026407" y="3964816"/>
            <a:ext cx="272066" cy="949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4CE5D5F-DFF4-34FE-964C-B6DED707C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07" y="3709912"/>
            <a:ext cx="2560000" cy="144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B4D22E3-DFED-848C-1B7B-9FB1ED4861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41" y="3709912"/>
            <a:ext cx="2560000" cy="144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FDEF4B8-5439-B783-CC05-1456D56CDC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52" y="3709912"/>
            <a:ext cx="2560000" cy="1440000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1BF79DD1-D44A-E53F-128D-E658C6EE7348}"/>
              </a:ext>
            </a:extLst>
          </p:cNvPr>
          <p:cNvSpPr/>
          <p:nvPr/>
        </p:nvSpPr>
        <p:spPr>
          <a:xfrm>
            <a:off x="4481071" y="4005585"/>
            <a:ext cx="272066" cy="949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CBE19C-F9E7-AD69-DDFD-E5318363D046}"/>
              </a:ext>
            </a:extLst>
          </p:cNvPr>
          <p:cNvSpPr/>
          <p:nvPr/>
        </p:nvSpPr>
        <p:spPr>
          <a:xfrm>
            <a:off x="7767803" y="4106966"/>
            <a:ext cx="272066" cy="949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306DE64-DE90-3B6B-5E65-345475958EBF}"/>
              </a:ext>
            </a:extLst>
          </p:cNvPr>
          <p:cNvSpPr/>
          <p:nvPr/>
        </p:nvSpPr>
        <p:spPr>
          <a:xfrm>
            <a:off x="10605652" y="4212905"/>
            <a:ext cx="272066" cy="949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80EAE4A-5859-4AC1-E133-EBB3A521E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647" y="1628775"/>
            <a:ext cx="3277424" cy="184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9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601</Words>
  <Application>Microsoft Office PowerPoint</Application>
  <PresentationFormat>와이드스크린</PresentationFormat>
  <Paragraphs>147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user</cp:lastModifiedBy>
  <cp:revision>24</cp:revision>
  <dcterms:created xsi:type="dcterms:W3CDTF">2026-09-29T07:46:10Z</dcterms:created>
  <dcterms:modified xsi:type="dcterms:W3CDTF">2026-10-06T05:58:57Z</dcterms:modified>
</cp:coreProperties>
</file>