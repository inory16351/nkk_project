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9d531026204780" /><Relationship Type="http://schemas.openxmlformats.org/officeDocument/2006/relationships/extended-properties" Target="/docProps/app.xml" Id="Ra7a00cf42b7e440c" /><Relationship Type="http://schemas.openxmlformats.org/officeDocument/2006/relationships/officeDocument" Target="/ppt/presentation.xml" Id="Rfe11f57be4894c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1b3f76ebb841ff"/>
  </p:sldMasterIdLst>
  <p:notesMasterIdLst>
    <p:notesMasterId xmlns:r="http://schemas.openxmlformats.org/officeDocument/2006/relationships" r:id="Rcb0580e160b14ee3"/>
  </p:notesMasterIdLst>
  <p:sldIdLst>
    <p:sldId xmlns:r="http://schemas.openxmlformats.org/officeDocument/2006/relationships" id="256" r:id="Rb5b9ffe953644ca1"/>
    <p:sldId xmlns:r="http://schemas.openxmlformats.org/officeDocument/2006/relationships" id="257" r:id="R91fbb4d2fbaa47d3"/>
    <p:sldId xmlns:r="http://schemas.openxmlformats.org/officeDocument/2006/relationships" id="258" r:id="R439281bf9ba346f6"/>
    <p:sldId xmlns:r="http://schemas.openxmlformats.org/officeDocument/2006/relationships" id="259" r:id="R5d24f3f0d13a47c6"/>
    <p:sldId xmlns:r="http://schemas.openxmlformats.org/officeDocument/2006/relationships" id="260" r:id="R1733895aa10348bd"/>
    <p:sldId xmlns:r="http://schemas.openxmlformats.org/officeDocument/2006/relationships" id="261" r:id="Rd43977bccd4a4aea"/>
    <p:sldId xmlns:r="http://schemas.openxmlformats.org/officeDocument/2006/relationships" id="262" r:id="R8996e92c20a1443e"/>
    <p:sldId xmlns:r="http://schemas.openxmlformats.org/officeDocument/2006/relationships" id="263" r:id="R9977c3e8fbc6488f"/>
    <p:sldId xmlns:r="http://schemas.openxmlformats.org/officeDocument/2006/relationships" id="264" r:id="Race4ac95eb324a7f"/>
    <p:sldId xmlns:r="http://schemas.openxmlformats.org/officeDocument/2006/relationships" id="265" r:id="R11fb064f15d74a8c"/>
    <p:sldId xmlns:r="http://schemas.openxmlformats.org/officeDocument/2006/relationships" id="266" r:id="R8238010ec9bc4b4a"/>
    <p:sldId xmlns:r="http://schemas.openxmlformats.org/officeDocument/2006/relationships" id="267" r:id="Reafea5f70fdc4d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2f5060a15f4ed1" /><Relationship Type="http://schemas.openxmlformats.org/officeDocument/2006/relationships/slideMaster" Target="/ppt/slideMasters/slideMaster1.xml" Id="R551b3f76ebb841ff" /><Relationship Type="http://schemas.openxmlformats.org/officeDocument/2006/relationships/notesMaster" Target="/ppt/notesMasters/notesMaster1.xml" Id="Rcb0580e160b14ee3" /><Relationship Type="http://schemas.openxmlformats.org/officeDocument/2006/relationships/presProps" Target="/ppt/presProps.xml" Id="Rd84c0bae27914053" /><Relationship Type="http://schemas.openxmlformats.org/officeDocument/2006/relationships/tableStyles" Target="/ppt/tableStyles.xml" Id="Red9ffa9f9ab34558" /><Relationship Type="http://schemas.openxmlformats.org/officeDocument/2006/relationships/slide" Target="/ppt/slides/slide1.xml" Id="Rb5b9ffe953644ca1" /><Relationship Type="http://schemas.openxmlformats.org/officeDocument/2006/relationships/slide" Target="/ppt/slides/slide2.xml" Id="R91fbb4d2fbaa47d3" /><Relationship Type="http://schemas.openxmlformats.org/officeDocument/2006/relationships/slide" Target="/ppt/slides/slide3.xml" Id="R439281bf9ba346f6" /><Relationship Type="http://schemas.openxmlformats.org/officeDocument/2006/relationships/slide" Target="/ppt/slides/slide4.xml" Id="R5d24f3f0d13a47c6" /><Relationship Type="http://schemas.openxmlformats.org/officeDocument/2006/relationships/slide" Target="/ppt/slides/slide5.xml" Id="R1733895aa10348bd" /><Relationship Type="http://schemas.openxmlformats.org/officeDocument/2006/relationships/slide" Target="/ppt/slides/slide6.xml" Id="Rd43977bccd4a4aea" /><Relationship Type="http://schemas.openxmlformats.org/officeDocument/2006/relationships/slide" Target="/ppt/slides/slide7.xml" Id="R8996e92c20a1443e" /><Relationship Type="http://schemas.openxmlformats.org/officeDocument/2006/relationships/slide" Target="/ppt/slides/slide8.xml" Id="R9977c3e8fbc6488f" /><Relationship Type="http://schemas.openxmlformats.org/officeDocument/2006/relationships/slide" Target="/ppt/slides/slide9.xml" Id="Race4ac95eb324a7f" /><Relationship Type="http://schemas.openxmlformats.org/officeDocument/2006/relationships/slide" Target="/ppt/slides/slide10.xml" Id="R11fb064f15d74a8c" /><Relationship Type="http://schemas.openxmlformats.org/officeDocument/2006/relationships/slide" Target="/ppt/slides/slide11.xml" Id="R8238010ec9bc4b4a" /><Relationship Type="http://schemas.openxmlformats.org/officeDocument/2006/relationships/slide" Target="/ppt/slides/slide12.xml" Id="Reafea5f70fdc4d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134180410242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0af5a8ed4a4f97" /><Relationship Type="http://schemas.openxmlformats.org/officeDocument/2006/relationships/notesMaster" Target="/ppt/notesMasters/notesMaster1.xml" Id="Rcdec2a83b76545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a49a176d454d38" /><Relationship Type="http://schemas.openxmlformats.org/officeDocument/2006/relationships/notesMaster" Target="/ppt/notesMasters/notesMaster1.xml" Id="R438bd4fa0de74f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1a416a1dfb406c" /><Relationship Type="http://schemas.openxmlformats.org/officeDocument/2006/relationships/notesMaster" Target="/ppt/notesMasters/notesMaster1.xml" Id="Rd84e74f1845b4c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f58fd402f643ac" /><Relationship Type="http://schemas.openxmlformats.org/officeDocument/2006/relationships/notesMaster" Target="/ppt/notesMasters/notesMaster1.xml" Id="Rff58062d159547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cb33163aa04c35" /><Relationship Type="http://schemas.openxmlformats.org/officeDocument/2006/relationships/notesMaster" Target="/ppt/notesMasters/notesMaster1.xml" Id="R77abc136585943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391ee51f2c4b26" /><Relationship Type="http://schemas.openxmlformats.org/officeDocument/2006/relationships/notesMaster" Target="/ppt/notesMasters/notesMaster1.xml" Id="Rc40bc7c3709745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ba0d67f08041b5" /><Relationship Type="http://schemas.openxmlformats.org/officeDocument/2006/relationships/notesMaster" Target="/ppt/notesMasters/notesMaster1.xml" Id="R36f20754021148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64ec78247a4953" /><Relationship Type="http://schemas.openxmlformats.org/officeDocument/2006/relationships/notesMaster" Target="/ppt/notesMasters/notesMaster1.xml" Id="R2ec82fd58dde42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9d7cfca4744847" /><Relationship Type="http://schemas.openxmlformats.org/officeDocument/2006/relationships/notesMaster" Target="/ppt/notesMasters/notesMaster1.xml" Id="R8dc4eeac90e245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6864a08f854a7c" /><Relationship Type="http://schemas.openxmlformats.org/officeDocument/2006/relationships/notesMaster" Target="/ppt/notesMasters/notesMaster1.xml" Id="R3168f49ecb1845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a29ea4a850418b" /><Relationship Type="http://schemas.openxmlformats.org/officeDocument/2006/relationships/notesMaster" Target="/ppt/notesMasters/notesMaster1.xml" Id="Rc99310a8de3e4c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8f7c2d7c4c4dbc" /><Relationship Type="http://schemas.openxmlformats.org/officeDocument/2006/relationships/notesMaster" Target="/ppt/notesMasters/notesMaster1.xml" Id="R7489789708f64f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 icequeen(), WORLD, IMAGE_FX</a:t>
            </a:r>
          </a:p>
          <a:p xmlns:a="http://schemas.openxmlformats.org/drawingml/2006/main">
            <a:r>
              <a:t>C:/Project/NKK_PROJECT/Unity_Making/NKK_Project/Assets/Scenes/Game.unity code: icequeen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 icequeen(), WORLD, IMAGE_FX</a:t>
            </a:r>
          </a:p>
          <a:p xmlns:a="http://schemas.openxmlformats.org/drawingml/2006/main">
            <a:r>
              <a:t>C:/Project/NKK_PROJECT/Unity_Making/NKK_Project/Assets/Scenes/Game.unity code: icequeen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컷신 3.8/0.75 + 전장 3.0 + 종료 0.3 = 약 8.37초.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 icequeen(), WORLD, IMAGE_FX</a:t>
            </a:r>
          </a:p>
          <a:p xmlns:a="http://schemas.openxmlformats.org/drawingml/2006/main">
            <a:r>
              <a:t>C:/Project/NKK_PROJECT/Unity_Making/NKK_Project/Assets/Scenes/Game.unity code: icequeen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이미지는 현재 사용 중인 원본 에셋이며 해당 컷의 완성 프레임 재현은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 icequeen(), WORLD, IMAGE_FX</a:t>
            </a:r>
          </a:p>
          <a:p xmlns:a="http://schemas.openxmlformats.org/drawingml/2006/main">
            <a:r>
              <a:t>C:/Project/NKK_PROJECT/Unity_Making/NKK_Project/Assets/Scenes/Game.unity code: icequeen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이미지는 현재 사용 중인 원본 에셋이며 해당 컷의 완성 프레임 재현은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 icequeen(), WORLD, IMAGE_FX</a:t>
            </a:r>
          </a:p>
          <a:p xmlns:a="http://schemas.openxmlformats.org/drawingml/2006/main">
            <a:r>
              <a:t>C:/Project/NKK_PROJECT/Unity_Making/NKK_Project/Assets/Scenes/Game.unity code: icequeen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이미지는 현재 사용 중인 원본 에셋이며 해당 컷의 완성 프레임 재현은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 icequeen(), WORLD, IMAGE_FX</a:t>
            </a:r>
          </a:p>
          <a:p xmlns:a="http://schemas.openxmlformats.org/drawingml/2006/main">
            <a:r>
              <a:t>C:/Project/NKK_PROJECT/Unity_Making/NKK_Project/Assets/Scenes/Game.unity code: icequeen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이미지는 현재 사용 중인 원본 에셋이며 해당 컷의 완성 프레임 재현은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 icequeen(), WORLD, IMAGE_FX</a:t>
            </a:r>
          </a:p>
          <a:p xmlns:a="http://schemas.openxmlformats.org/drawingml/2006/main">
            <a:r>
              <a:t>C:/Project/NKK_PROJECT/Unity_Making/NKK_Project/Assets/Scenes/Game.unity code: icequeen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이미지는 현재 사용 중인 원본 에셋이며 해당 컷의 완성 프레임 재현은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 icequeen(), WORLD, IMAGE_FX</a:t>
            </a:r>
          </a:p>
          <a:p xmlns:a="http://schemas.openxmlformats.org/drawingml/2006/main">
            <a:r>
              <a:t>C:/Project/NKK_PROJECT/Unity_Making/NKK_Project/Assets/Scenes/Game.unity code: icequeen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이미지는 현재 사용 중인 원본 에셋이며 해당 컷의 완성 프레임 재현은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 icequeen(), WORLD, IMAGE_FX</a:t>
            </a:r>
          </a:p>
          <a:p xmlns:a="http://schemas.openxmlformats.org/drawingml/2006/main">
            <a:r>
              <a:t>C:/Project/NKK_PROJECT/Unity_Making/NKK_Project/Assets/Scenes/Game.unity code: icequeen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플레이 캡처: C:/Project/NKK_PROJECT/UnityResources/Rats/SuperUlt/preview/icequeen_v3_super.png</a:t>
            </a:r>
          </a:p>
          <a:p xmlns:a="http://schemas.openxmlformats.org/drawingml/2006/main">
            <a:r>
              <a:t>새 재생 확인이 아닌 기존 저장 캡처.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 icequeen(), WORLD, IMAGE_FX</a:t>
            </a:r>
          </a:p>
          <a:p xmlns:a="http://schemas.openxmlformats.org/drawingml/2006/main">
            <a:r>
              <a:t>C:/Project/NKK_PROJECT/Unity_Making/NKK_Project/Assets/Scenes/Game.unity code: icequeen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freezeAll은 0.5초 주기로 남은 시간 + 1.5초를 갱신. 실제 잔여 시간은 대상과 갱신 시점에 따라 달라짐.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 icequeen(), WORLD, IMAGE_FX</a:t>
            </a:r>
          </a:p>
          <a:p xmlns:a="http://schemas.openxmlformats.org/drawingml/2006/main">
            <a:r>
              <a:t>C:/Project/NKK_PROJECT/Unity_Making/NKK_Project/Assets/Scenes/Game.unity code: icequeen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RatTable.json Super_Config hit_count=10, hit_mul=4, finish_mul=20.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C:/Project/NKK_PROJECT/기획서/얼음쥐_초필살기_현재연출_스토리보드.md</a:t>
            </a:r>
          </a:p>
          <a:p xmlns:a="http://schemas.openxmlformats.org/drawingml/2006/main">
            <a:r>
              <a:t>C:/Project/NKK_PROJECT/Tools/superult_story.py icequeen(), WORLD, IMAGE_FX</a:t>
            </a:r>
          </a:p>
          <a:p xmlns:a="http://schemas.openxmlformats.org/drawingml/2006/main">
            <a:r>
              <a:t>C:/Project/NKK_PROJECT/Unity_Making/NKK_Project/Assets/Scenes/Game.unity code: icequeen</a:t>
            </a:r>
          </a:p>
          <a:p xmlns:a="http://schemas.openxmlformats.org/drawingml/2006/main">
            <a:r>
              <a:t>C:/Project/NKK_PROJECT/Unity_Making/NKK_Project/Assets/Scripts/Ults/SuperUltManager.cs</a:t>
            </a:r>
          </a:p>
          <a:p xmlns:a="http://schemas.openxmlformats.org/drawingml/2006/main">
            <a:r>
              <a:t>각 슬라이드 노트에 관련 로컬 소스 경로 기록.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f9619950fc45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3d1964f09041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40e0d5484b4f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7781917c549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d93d97e9b24e2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9b8c16ccb64d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824162-95A5-46A8-8D5B-C96F492951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E7492DF-C396-4645-895E-F198E3EFC7E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151FA8-68A2-4148-A9B0-FAFCEB475D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332D37-9810-42AD-9544-55E21D42D6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9C6F99-DD27-4D4D-9A52-5C1380788F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D6D3F6-8F80-4E13-BC69-0378C171BE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D0E179-8654-4C7A-9632-D89B284F2E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64E6C72-643D-41A2-B3C7-AFE0C93E0B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8C63AD-7D6E-432B-9B1D-E60C8F7311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56EBBD-CE38-49F4-9C83-59A5F41927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c4e4d4baab45c6" /><Relationship Type="http://schemas.openxmlformats.org/officeDocument/2006/relationships/slideLayout" Target="/ppt/slideLayouts/slideLayout1.xml" Id="R34195cefb60a4f3a" /><Relationship Type="http://schemas.openxmlformats.org/officeDocument/2006/relationships/slideLayout" Target="/ppt/slideLayouts/slideLayout2.xml" Id="Ra4624e8e81a74de9" /><Relationship Type="http://schemas.openxmlformats.org/officeDocument/2006/relationships/slideLayout" Target="/ppt/slideLayouts/slideLayout3.xml" Id="Re080d16a8156472c" /><Relationship Type="http://schemas.openxmlformats.org/officeDocument/2006/relationships/slideLayout" Target="/ppt/slideLayouts/slideLayout4.xml" Id="Rb3e12a2828094808" /><Relationship Type="http://schemas.openxmlformats.org/officeDocument/2006/relationships/slideLayout" Target="/ppt/slideLayouts/slideLayout5.xml" Id="R2f9768a4de9a4690" /><Relationship Type="http://schemas.openxmlformats.org/officeDocument/2006/relationships/slideLayout" Target="/ppt/slideLayouts/slideLayout6.xml" Id="R891da264ee0345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195cefb60a4f3a"/>
    <p:sldLayoutId xmlns:r="http://schemas.openxmlformats.org/officeDocument/2006/relationships" id="2147483650" r:id="Ra4624e8e81a74de9"/>
    <p:sldLayoutId xmlns:r="http://schemas.openxmlformats.org/officeDocument/2006/relationships" id="2147483651" r:id="Re080d16a8156472c"/>
    <p:sldLayoutId xmlns:r="http://schemas.openxmlformats.org/officeDocument/2006/relationships" id="2147483652" r:id="Rb3e12a2828094808"/>
    <p:sldLayoutId xmlns:r="http://schemas.openxmlformats.org/officeDocument/2006/relationships" id="2147483653" r:id="R2f9768a4de9a4690"/>
    <p:sldLayoutId xmlns:r="http://schemas.openxmlformats.org/officeDocument/2006/relationships" id="2147483654" r:id="R891da264ee0345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fedd7ec0c74ec7" /><Relationship Type="http://schemas.openxmlformats.org/officeDocument/2006/relationships/image" Target="/ppt/media/image.png" Id="Ra79115ad93a54707" /><Relationship Type="http://schemas.openxmlformats.org/officeDocument/2006/relationships/notesSlide" Target="/ppt/notesSlides/notesSlide1.xml" Id="Rbe211b96a3d042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7db97a07f241ed" /><Relationship Type="http://schemas.openxmlformats.org/officeDocument/2006/relationships/notesSlide" Target="/ppt/notesSlides/notesSlide2.xml" Id="Rdcf114569f4a4c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7f6d5923ea48ed" /><Relationship Type="http://schemas.openxmlformats.org/officeDocument/2006/relationships/image" Target="/ppt/media/image2.png" Id="Rbe66c6799e7f46ed" /><Relationship Type="http://schemas.openxmlformats.org/officeDocument/2006/relationships/notesSlide" Target="/ppt/notesSlides/notesSlide3.xml" Id="R810b4c39f6de43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3b3ee564234e62" /><Relationship Type="http://schemas.openxmlformats.org/officeDocument/2006/relationships/image" Target="/ppt/media/image3.png" Id="R8ab13a2c614145a7" /><Relationship Type="http://schemas.openxmlformats.org/officeDocument/2006/relationships/notesSlide" Target="/ppt/notesSlides/notesSlide4.xml" Id="Red1a23af713b4b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39ab6c2fba4410" /><Relationship Type="http://schemas.openxmlformats.org/officeDocument/2006/relationships/image" Target="/ppt/media/image4.png" Id="Rff5475500ba946a3" /><Relationship Type="http://schemas.openxmlformats.org/officeDocument/2006/relationships/notesSlide" Target="/ppt/notesSlides/notesSlide5.xml" Id="R350f8a0558b543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246244888c4235" /><Relationship Type="http://schemas.openxmlformats.org/officeDocument/2006/relationships/image" Target="/ppt/media/image5.png" Id="R2e692b51d7664f3c" /><Relationship Type="http://schemas.openxmlformats.org/officeDocument/2006/relationships/notesSlide" Target="/ppt/notesSlides/notesSlide6.xml" Id="R27af993ed88443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5822cab94046fe" /><Relationship Type="http://schemas.openxmlformats.org/officeDocument/2006/relationships/image" Target="/ppt/media/image6.png" Id="R63c2933e82ea4c35" /><Relationship Type="http://schemas.openxmlformats.org/officeDocument/2006/relationships/notesSlide" Target="/ppt/notesSlides/notesSlide7.xml" Id="Rb7cdbcbf381c48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a0ed7136b045c2" /><Relationship Type="http://schemas.openxmlformats.org/officeDocument/2006/relationships/image" Target="/ppt/media/image7.png" Id="Rf6848b34d2714f8d" /><Relationship Type="http://schemas.openxmlformats.org/officeDocument/2006/relationships/notesSlide" Target="/ppt/notesSlides/notesSlide8.xml" Id="R20d0150df61f4e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69c1b96f404f1e" /><Relationship Type="http://schemas.openxmlformats.org/officeDocument/2006/relationships/image" Target="/ppt/media/image8.png" Id="R87f2cd981a664070" /><Relationship Type="http://schemas.openxmlformats.org/officeDocument/2006/relationships/notesSlide" Target="/ppt/notesSlides/notesSlide9.xml" Id="R192381cf1b7f40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a1b07c7d2943fd" /><Relationship Type="http://schemas.openxmlformats.org/officeDocument/2006/relationships/image" Target="/ppt/media/image9.png" Id="R500d674134a84bb6" /><Relationship Type="http://schemas.openxmlformats.org/officeDocument/2006/relationships/notesSlide" Target="/ppt/notesSlides/notesSlide10.xml" Id="R3fe4c96490ef44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16533415614108" /><Relationship Type="http://schemas.openxmlformats.org/officeDocument/2006/relationships/notesSlide" Target="/ppt/notesSlides/notesSlide11.xml" Id="R15abba215cc443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794a43f321470b" /><Relationship Type="http://schemas.openxmlformats.org/officeDocument/2006/relationships/notesSlide" Target="/ppt/notesSlides/notesSlide12.xml" Id="R72417e3438284a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55C3F-58B1-41B0-BC30-F08D25DC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얼음쥐 초필살기 스토리보드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25F02-EAE8-4272-89BB-B56D040B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아이스 퀸 쥐  /  영원한 겨울  /  현재 구현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5BD7E-767C-46E0-88B3-F23E4A56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9C589-E7BD-4719-9B62-928B9B75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24075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얼음성을 소환하고</a:t>
            </a:r>
          </a:p>
          <a:p xmlns:a="http://schemas.openxmlformats.org/drawingml/2006/main">
            <a:pPr>
              <a:defRPr sz="345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전장에 우박을 쏟는다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CF127-F928-46E5-B4FC-3692908E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7725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2026.10.19</a:t>
            </a:r>
          </a:p>
          <a:p xmlns:a="http://schemas.openxmlformats.org/drawingml/2006/main">
            <a:pPr>
              <a:defRPr sz="18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6컷 컷신과 전장 공격 단계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67C12-BA04-4629-956A-881EBE03BD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115ad93a54707"/>
          <a:stretch xmlns:a="http://schemas.openxmlformats.org/drawingml/2006/main"/>
        </p:blipFill>
        <p:spPr>
          <a:xfrm xmlns:a="http://schemas.openxmlformats.org/drawingml/2006/main">
            <a:off x="7524750" y="1749696"/>
            <a:ext cx="3714750" cy="39110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2765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3A274C-930E-4828-81CA-A87CBD4B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전체 연출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E1726-E422-4C8F-8949-0BD5907D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발동부터 종료까지 약 8.37초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105E7-E212-4C62-9801-BD21E516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7BC7A-11C4-494B-92F9-91CBD664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2238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0.00–0.53초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9DB26-B588-4743-8366-5C722290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24025"/>
            <a:ext cx="209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진입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2FE38-C0F2-4B46-8C98-B2BA7F25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2402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전장에서 초필살기 컷신으로 전환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3707B-6AE5-4844-BBD6-46DFA9DA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2238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0.53–2.53초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BE45F-0792-4BA6-95DE-35EE1433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62200"/>
            <a:ext cx="209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컷 1–3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48F1A-BB00-4F5D-86A1-D01A8F33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622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오로라 하늘, 소환 동작, 얼굴 클로즈업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7B221-9AA6-4ECE-859D-B69D74F9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2238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2.53–4.53초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99F1F-8A7C-4644-A219-C77D39D6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00375"/>
            <a:ext cx="209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컷 4–6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6B99F-60FC-4524-8058-3AB2BFC8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0037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얼음성 낙하, 눈보라 상승, 우박과 화이트아웃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268E3-DCC8-4813-8926-B2B048CE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2238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4.53–5.07초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264C8-97F8-4797-A950-53173484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38550"/>
            <a:ext cx="209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컷신 걷힘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07119-6427-4554-8FDE-FEDF3FF4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385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원래 전장이 드러남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1FEF8-1159-4D1E-8FC0-54E3AEF4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2238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5.07–8.07초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51F8A-55EB-445B-9A7F-C392EC99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76725"/>
            <a:ext cx="209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전장 우박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910C5-805C-4B6A-85FF-7612280F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7672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정상 속도 3초 동안 다단 10타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07B4F4-123C-40D2-BED5-120464DF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2238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8.07–8.37초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3F9659-A16B-4A9F-B84D-1791A55F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14900"/>
            <a:ext cx="209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마지막 일격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D0560-5444-4AFE-9A67-1DF53F39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149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큰 충돌과 마무리 문구, 연출 종료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6C022E-9EE3-49D1-BD03-EA4A983D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시간은 설정 환산값. 컷신은 0.75배, 전장 공격은 정상 속도.</a:t>
            </a:r>
          </a:p>
        </p:txBody>
      </p:sp>
    </p:spTree>
    <p:extLst>
      <p:ext uri="{BB962C8B-B14F-4D97-AF65-F5344CB8AC3E}">
        <p14:creationId xmlns:p14="http://schemas.microsoft.com/office/powerpoint/2010/main" val="12350458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48D64-B98C-40EB-AE11-DC2ED82D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01  겨울의 전조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7705D-C897-4D71-B62D-5F119E1A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0.53–1.13초  /  내부 0.40–0.85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0485E-5FE6-4E4D-8D2C-0D734522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A4BE4-BEE4-4EFD-9C31-ECA348E87C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6c6799e7f46ed"/>
          <a:stretch xmlns:a="http://schemas.openxmlformats.org/drawingml/2006/main"/>
        </p:blipFill>
        <p:spPr>
          <a:xfrm xmlns:a="http://schemas.openxmlformats.org/drawingml/2006/main">
            <a:off x="1973750" y="1657350"/>
            <a:ext cx="2529501" cy="4143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2497E-9A9D-4257-A9BD-EE1FCBCB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파노라마 원본 아트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C6867-E309-4331-BF26-BF075E96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573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40E76-CFB0-48E6-A7AB-639F1544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97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오로라가 흐르는 하늘에 큰 눈송이가 모여든다.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107BC-5C2F-4853-87D0-11D9B537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622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카메라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BA4F7-1052-47E1-8099-40030100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146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하늘에서 아래로 빠르게 틸트. 줌 1.25에서 1.10.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65F6F-00EA-41E5-9935-8FC02F3F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671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이펙트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77E3E-B1EA-4D7C-BA5B-DC58B857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195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세로 속도선과 회전하는 눈송이 6개.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3159A-FB91-4DAD-A3FE-CE33844F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20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공격·소리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E09F3-0930-453A-8F80-6639D1B9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244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피해 없음. 컷인음 superjump_charge.</a:t>
            </a:r>
          </a:p>
        </p:txBody>
      </p:sp>
    </p:spTree>
    <p:extLst>
      <p:ext uri="{BB962C8B-B14F-4D97-AF65-F5344CB8AC3E}">
        <p14:creationId xmlns:p14="http://schemas.microsoft.com/office/powerpoint/2010/main" val="1693670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A0C6A0-AE30-450D-B6EA-2BD8E209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02  얼음성 소환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F2C46-A7DD-4895-9A68-2EB6248B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1.13–1.87초  /  내부 0.85–1.40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1AF5E-A18C-4043-97B8-D8690E58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461F0-19B4-410A-8CFF-156CD8EE70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13a2c614145a7"/>
          <a:stretch xmlns:a="http://schemas.openxmlformats.org/drawingml/2006/main"/>
        </p:blipFill>
        <p:spPr>
          <a:xfrm xmlns:a="http://schemas.openxmlformats.org/drawingml/2006/main">
            <a:off x="1336876" y="1657350"/>
            <a:ext cx="3803247" cy="4143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17DCA-4B37-48D6-A9DE-8F5D948F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소환 동작 프레임 원본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FA7DE-AA33-4833-A64D-895A5A77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573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B7F2D-C2F0-4427-B319-483BE232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97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언 호수 위 여왕이 웅크렸다 두 앞발을 하늘로 든다.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07ABC-4DF8-43CD-A8D1-F61A56B0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622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카메라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3EE8E-0736-4B3F-B8DB-89EE13D3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146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여왕을 확대. 줌 1.70에서 1.90, 짧은 흔들림.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F0379-3C7D-4797-84DF-ACA990CA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671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이펙트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BD843-3CD2-4AF8-B2EF-DAB6342D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195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서리 오라가 커지고 눈송이가 위로 솟는다.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84E3E-8F8D-490D-B16D-3CB7FFE1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20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제목·판정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26B1C-5CF2-4F48-B5B6-1FA3C20C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244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약 1.27초에 제목 띠가 빠짐. 아직 피해 없음.</a:t>
            </a:r>
          </a:p>
        </p:txBody>
      </p:sp>
    </p:spTree>
    <p:extLst>
      <p:ext uri="{BB962C8B-B14F-4D97-AF65-F5344CB8AC3E}">
        <p14:creationId xmlns:p14="http://schemas.microsoft.com/office/powerpoint/2010/main" val="9787107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8C97D-36D3-436C-982D-03B830F0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03  여왕의 얼굴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221BF-6728-4699-BD71-4DFC24ED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1.87–2.53초  /  내부 1.40–1.90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A8C1C-A2FD-4F80-8FA6-D473B6C8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C1DD4-72E7-4DA0-B45E-B8EF178B7D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475500ba946a3"/>
          <a:stretch xmlns:a="http://schemas.openxmlformats.org/drawingml/2006/main"/>
        </p:blipFill>
        <p:spPr>
          <a:xfrm xmlns:a="http://schemas.openxmlformats.org/drawingml/2006/main">
            <a:off x="523875" y="1919288"/>
            <a:ext cx="5429250" cy="3619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CD802-0F8E-4E60-96BA-28B5910C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얼굴 레이어 원본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D28B3-9238-4563-96E0-5801C309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573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497B1-31A8-49D6-A218-EB851332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97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얼굴을 크게 잡아 소환의 주체를 강조한다.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24C9A-1F4D-4CFB-82CC-FB6D7499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622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카메라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81AC3-D904-4FEB-A12E-39D68E9F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146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배경과 얼굴을 분리한 클로즈업 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66C27-E6AD-403C-9CC5-200E074E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671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이펙트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90D0D-00B5-4429-95FD-6325608E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195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전환 순간 흰 플래시, 얼굴 주변 눈송이 회전.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677CD-20CF-4F3F-8BD7-B6D6544D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20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레이어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250CC-7ADD-4CFE-8C28-E217C983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244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face_close와 face_bg를 따로 합성. 피해 없음.</a:t>
            </a:r>
          </a:p>
        </p:txBody>
      </p:sp>
    </p:spTree>
    <p:extLst>
      <p:ext uri="{BB962C8B-B14F-4D97-AF65-F5344CB8AC3E}">
        <p14:creationId xmlns:p14="http://schemas.microsoft.com/office/powerpoint/2010/main" val="13219417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33526-D801-4D73-B82F-078A530C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04  얼음성 강림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26B5A-12D0-420A-9154-555CBF4C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2.53–3.33초  /  내부 1.90–2.50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554C9-D9B5-47A0-BDCE-8830B4DF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8C918-C8F3-4058-94B6-1D3015C48C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92b51d7664f3c"/>
          <a:stretch xmlns:a="http://schemas.openxmlformats.org/drawingml/2006/main"/>
        </p:blipFill>
        <p:spPr>
          <a:xfrm xmlns:a="http://schemas.openxmlformats.org/drawingml/2006/main">
            <a:off x="780426" y="1657350"/>
            <a:ext cx="4916147" cy="4143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43386-0B55-46CC-863C-305496AA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얼음성 소품 원본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6FF7D-A87D-4CFE-850B-0FACD108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573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B70E0-D063-4034-ACC8-C6627EAF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97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거대한 성이 빈 호수에 낙하. 여왕은 오른쪽 아래.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AD882-506D-4DD8-8502-FCD94C2B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622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카메라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8AE06-3510-424D-8DAC-886ACC40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146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호수 하단을 잡고 착지 순간 강하게 흔들림.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7966F-6F14-4230-8887-158E8F7D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671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핵심 시점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E6A1F-FE59-4132-AEFE-7E41F210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195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실제 약 2.96초에 착지. 충격광, 원형 파동, 파편.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A6C36-C08B-42F9-BB67-BFE57344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20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문구·판정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74766-0D77-4A87-8AFF-6CE02AD1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244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“세상이 얼어붙는다…”</a:t>
            </a:r>
          </a:p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성 착지에는 별도 공격 판정 없음.</a:t>
            </a:r>
          </a:p>
        </p:txBody>
      </p:sp>
    </p:spTree>
    <p:extLst>
      <p:ext uri="{BB962C8B-B14F-4D97-AF65-F5344CB8AC3E}">
        <p14:creationId xmlns:p14="http://schemas.microsoft.com/office/powerpoint/2010/main" val="8147145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D7CA9-5342-4EEE-BD75-0448552C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05  눈보라 상승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E4534-DD2D-4CA3-BCAB-08B12F47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3.33–4.00초  /  내부 2.50–3.00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F3F1D-9A03-4DB0-ADEC-F0908E3C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0A6F1-EAB1-44F8-8A5B-E33D780F45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2933e82ea4c35"/>
          <a:stretch xmlns:a="http://schemas.openxmlformats.org/drawingml/2006/main"/>
        </p:blipFill>
        <p:spPr>
          <a:xfrm xmlns:a="http://schemas.openxmlformats.org/drawingml/2006/main">
            <a:off x="1973750" y="1657350"/>
            <a:ext cx="2529501" cy="4143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A9DCF-1393-464D-B884-9BD09664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얼어붙은 파노라마 원본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CD952-694F-4A50-9CF2-65348863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573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6D10B-2126-494A-A34A-ED9C271D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97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얼음성에서 눈보라가 하늘로 솟구친다.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A7BA2-A6DE-45BF-B3FE-6641287F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622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카메라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ACE89-06E7-4A5A-B1CF-855EC7A9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146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성에서 하늘로 위쪽 틸트. 줌 1.50에서 1.25.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C3B38-F49E-4C67-BC45-8F8E49D8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671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이펙트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B63B5-4509-4AB3-9E61-2CC2AD09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195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상승하는 얼음 줄기와 눈송이.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E9153-9DC6-4F5A-976A-A738CFF2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20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DC1572-896A-4107-A945-511E76A4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244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상단에 “얼어 죽어도 아이스 아메리카노”.</a:t>
            </a:r>
          </a:p>
        </p:txBody>
      </p:sp>
    </p:spTree>
    <p:extLst>
      <p:ext uri="{BB962C8B-B14F-4D97-AF65-F5344CB8AC3E}">
        <p14:creationId xmlns:p14="http://schemas.microsoft.com/office/powerpoint/2010/main" val="15291241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5D84E-AD7A-4CA8-8838-A4C2BD3A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06  하늘을 덮는 우박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F8B4E-AC27-4611-8F90-4A94F255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4.00–5.07초  /  내부 3.00–3.80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DB8F0-C901-4CA7-97EA-C1915527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10F94-6ECC-4129-8FC2-B895929904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48b34d2714f8d"/>
          <a:stretch xmlns:a="http://schemas.openxmlformats.org/drawingml/2006/main"/>
        </p:blipFill>
        <p:spPr>
          <a:xfrm xmlns:a="http://schemas.openxmlformats.org/drawingml/2006/main">
            <a:off x="1407706" y="1657350"/>
            <a:ext cx="3661587" cy="4143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C5CDC-1E0E-410E-884B-BA861293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우박에 사용하는 얼음 조각 원본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A4C15-2BB8-4427-AD9D-74581D0E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573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D8DAF-ECE5-4D5C-BE5F-A1A0C2AC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97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우박이 비스듬히 떨어지고 화면이 하얗게 덮인다.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8E4D9-4663-4B20-92F8-3B5EE50C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622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카메라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82716-BDEE-45FC-83BB-5EF8595B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146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하늘로 줌 인하며 짧게 흔들림.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89DD6-C67C-4D2D-8F01-E5A629C6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671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이펙트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183BC-31D6-4B41-B245-A88BF4D7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195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얼음 조각 22개와 낙하 궤적. 화이트아웃 강화.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C78A3-4CCB-4FD9-BDBE-3D9B90B2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20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전장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113F0-C2D6-4738-8F66-BED62717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244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4.53초부터 걷힘. 5.07초에 전장 공격 시작.</a:t>
            </a:r>
          </a:p>
        </p:txBody>
      </p:sp>
    </p:spTree>
    <p:extLst>
      <p:ext uri="{BB962C8B-B14F-4D97-AF65-F5344CB8AC3E}">
        <p14:creationId xmlns:p14="http://schemas.microsoft.com/office/powerpoint/2010/main" val="18394224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2044F-5745-4455-9136-E3647981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전장 우박과 다단 10타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F12C8-4C85-43A9-8946-D4B10025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5.07–8.07초  /  내부 3.80–6.80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C601A-0257-4A29-B4A4-9C962F57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730C8-87B3-41D0-A06D-536442FB4B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2cd981a664070"/>
          <a:stretch xmlns:a="http://schemas.openxmlformats.org/drawingml/2006/main"/>
        </p:blipFill>
        <p:spPr>
          <a:xfrm xmlns:a="http://schemas.openxmlformats.org/drawingml/2006/main">
            <a:off x="523875" y="1790700"/>
            <a:ext cx="6705600" cy="3771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19684-88FB-46CF-8C4C-6AD37D20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기존 플레이 캡처에서 전장 구간 발췌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59E2D-028B-4B7F-BD35-0B1703BA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24025"/>
            <a:ext cx="4000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3초간 전장 전체로 우박 낙하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0.30초 간격으로 10타</a:t>
            </a:r>
          </a:p>
          <a:p xmlns:a="http://schemas.openxmlformats.org/drawingml/2006/main">
            <a: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첫 타는 구간 시작 후 0.15초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대상별 충돌 그림과 피해 숫자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화면 안 생명체 빙결 반복 갱신</a:t>
            </a:r>
          </a:p>
        </p:txBody>
      </p:sp>
    </p:spTree>
    <p:extLst>
      <p:ext uri="{BB962C8B-B14F-4D97-AF65-F5344CB8AC3E}">
        <p14:creationId xmlns:p14="http://schemas.microsoft.com/office/powerpoint/2010/main" val="10294768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BCD5A-BDC0-48DE-BFA2-DCD7374E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마지막 일격과 빙결의 여운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5794C-647F-45AC-89D4-EF4732E7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8.07–8.37초  /  내부 6.80–7.10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CA914-A07A-48FD-B11A-0872B373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1C614-C3EC-4F1F-A12E-58B97790AF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d674134a84bb6"/>
          <a:stretch xmlns:a="http://schemas.openxmlformats.org/drawingml/2006/main"/>
        </p:blipFill>
        <p:spPr>
          <a:xfrm xmlns:a="http://schemas.openxmlformats.org/drawingml/2006/main">
            <a:off x="1476375" y="190500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662B8-D9B7-404A-A144-B7A0FD39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0072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마지막 일격에 쓰는 충돌 애니메이션의 마지막 프레임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470EB-E5FD-49ED-BDA6-49F610CE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3355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0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0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0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0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0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0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0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0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0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0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“전부 꽁꽁!!”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34DDC-B8DD-4566-A6B5-6F453A12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9557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대상 위치에 더 큰 우박 충돌</a:t>
            </a:r>
          </a:p>
          <a:p xmlns:a="http://schemas.openxmlformats.org/drawingml/2006/main">
            <a: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중앙 충돌 효과와 흰 플래시 0.45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wall_blast 재생 후 0.30초 뒤 종료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별도 피니시 포즈 컷 없이 전장에서 마무리</a:t>
            </a:r>
          </a:p>
          <a:p xmlns:a="http://schemas.openxmlformats.org/drawingml/2006/main">
            <a: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빙결은 종료 뒤 약 1.5초 여운을 주도록 갱신</a:t>
            </a:r>
          </a:p>
        </p:txBody>
      </p:sp>
    </p:spTree>
    <p:extLst>
      <p:ext uri="{BB962C8B-B14F-4D97-AF65-F5344CB8AC3E}">
        <p14:creationId xmlns:p14="http://schemas.microsoft.com/office/powerpoint/2010/main" val="6447997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211D8-6980-404E-8407-9C21BCB9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공격 처리와 연출 검토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4C5AC-3A1B-4609-9F43-92A9C1B5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컷신이 걷힌 뒤 실제 전장에서 공격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90E28-79D0-4D1C-94DD-CFE24FCB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AD687-403E-470C-A335-42DD9156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현재 처리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1D941-3143-4CEF-A0FD-9996BEED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5143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다단 10타: 기본 피해 ×4씩</a:t>
            </a:r>
          </a:p>
          <a:p xmlns:a="http://schemas.openxmlformats.org/drawingml/2006/main">
            <a: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마지막 일격: 기본 피해 ×20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피해 숫자는 대상별 월드 팝업</a:t>
            </a:r>
          </a:p>
          <a:p xmlns:a="http://schemas.openxmlformats.org/drawingml/2006/main">
            <a: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보스 상한과 대상 상태에 따라 실제 피해 변동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우박 충돌은 3프레임, 프레임 간격 0.07초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64C69-F101-4882-B438-048F1D6F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240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검토할 지점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00838-2594-49A0-BD1A-65AD7C05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43150"/>
            <a:ext cx="5048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성 착지가 충분히 무겁게 느껴지는가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성에서 하늘, 전장으로 공격이 이어지는가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화이트아웃 뒤 피해 숫자가 읽히는가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제목과 밈이 여왕의 동작을 가리지 않는가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마지막 일격 문구가 충분히 보이는가</a:t>
            </a:r>
          </a:p>
        </p:txBody>
      </p:sp>
    </p:spTree>
    <p:extLst>
      <p:ext uri="{BB962C8B-B14F-4D97-AF65-F5344CB8AC3E}">
        <p14:creationId xmlns:p14="http://schemas.microsoft.com/office/powerpoint/2010/main" val="16574200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96925-1709-4623-AC10-61BFE426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문서 기준과 구현 근거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00E0F-ED3E-4CF7-9274-CF137EB0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2026.10.19 현재 저장 상태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ADC58-6915-43FA-BB94-C1A14DE9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857DB-65F7-4BCB-84AB-C846A448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확인 범위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85807-568C-450D-BCF7-41551027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7647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저장된 씬과 실행 코드, 원본 아트, 기존 플레이 캡처를 대조했다.</a:t>
            </a:r>
          </a:p>
          <a:p xmlns:a="http://schemas.openxmlformats.org/drawingml/2006/main">
            <a: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시간은 설정을 환산한 값이며 이번 문서화에서 새 Play 재생이나 소리 청취는 하지 않았다.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83166-D4DA-4028-9053-A9B1DAE0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현재 버전 판별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5B968-0F31-4EA9-86EB-2B10C641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109061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6컷 소환 컷신과 전장 우박 단계. 전체 약 8.37초.</a:t>
            </a:r>
          </a:p>
          <a:p xmlns:a="http://schemas.openxmlformats.org/drawingml/2006/main">
            <a:pPr>
              <a:def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354D"/>
                </a:solidFill>
                <a:latin typeface="Malgun Gothic"/>
                <a:ea typeface="Malgun Gothic"/>
                <a:cs typeface="Malgun Gothic"/>
              </a:rPr>
              <a:t>활강 중심 8컷과 화면 균열·산산조각 피니시는 이전 버전이다.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D0650-3329-4D6D-9257-684D8E44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482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7DA9"/>
                </a:solidFill>
                <a:latin typeface="Malgun Gothic"/>
                <a:ea typeface="Malgun Gothic"/>
                <a:cs typeface="Malgun Gothic"/>
              </a:rPr>
              <a:t>근거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0F56F-5FEA-4BD4-BB64-9141B1B8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29225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Tools/superult_story.py, Game.unity, SuperUltManager.cs</a:t>
            </a:r>
          </a:p>
          <a:p xmlns:a="http://schemas.openxmlformats.org/drawingml/2006/main">
            <a: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RatTable.json, SuperUlt/preview/icequeen_v3_super.png</a:t>
            </a:r>
          </a:p>
          <a:p xmlns:a="http://schemas.openxmlformats.org/drawingml/2006/main">
            <a:pPr>
              <a:def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E82"/>
                </a:solidFill>
                <a:latin typeface="Malgun Gothic"/>
                <a:ea typeface="Malgun Gothic"/>
                <a:cs typeface="Malgun Gothic"/>
              </a:rPr>
              <a:t>기획서/얼음쥐_초필살기_현재연출_스토리보드.md</a:t>
            </a:r>
          </a:p>
        </p:txBody>
      </p:sp>
    </p:spTree>
    <p:extLst>
      <p:ext uri="{BB962C8B-B14F-4D97-AF65-F5344CB8AC3E}">
        <p14:creationId xmlns:p14="http://schemas.microsoft.com/office/powerpoint/2010/main" val="1845597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2026-10-19T07:50:32.2430000Z</dcterms:created>
  <dcterms:modified xsi:type="dcterms:W3CDTF">2026-10-19T07:50:32.2430000Z</dcterms:modified>
</coreProperties>
</file>