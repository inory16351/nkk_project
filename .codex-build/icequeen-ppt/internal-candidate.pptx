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ff9cf6a5274afc" /><Relationship Type="http://schemas.openxmlformats.org/officeDocument/2006/relationships/extended-properties" Target="/docProps/app.xml" Id="R38c36ada74a5470c" /><Relationship Type="http://schemas.openxmlformats.org/officeDocument/2006/relationships/officeDocument" Target="/ppt/presentation.xml" Id="R6be007971d63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da3b8f5ecc4aec"/>
  </p:sldMasterIdLst>
  <p:notesMasterIdLst>
    <p:notesMasterId xmlns:r="http://schemas.openxmlformats.org/officeDocument/2006/relationships" r:id="R983e4dd7ae4a49cd"/>
  </p:notesMasterIdLst>
  <p:sldIdLst>
    <p:sldId xmlns:r="http://schemas.openxmlformats.org/officeDocument/2006/relationships" id="256" r:id="R38aa996df00242b8"/>
    <p:sldId xmlns:r="http://schemas.openxmlformats.org/officeDocument/2006/relationships" id="257" r:id="Raec2adaaa4da4b16"/>
    <p:sldId xmlns:r="http://schemas.openxmlformats.org/officeDocument/2006/relationships" id="258" r:id="R2d95b45309624868"/>
    <p:sldId xmlns:r="http://schemas.openxmlformats.org/officeDocument/2006/relationships" id="259" r:id="Rc9dafefde02a4b76"/>
    <p:sldId xmlns:r="http://schemas.openxmlformats.org/officeDocument/2006/relationships" id="260" r:id="R322561d2a53e44be"/>
    <p:sldId xmlns:r="http://schemas.openxmlformats.org/officeDocument/2006/relationships" id="261" r:id="R4d4cad9550ec4c71"/>
    <p:sldId xmlns:r="http://schemas.openxmlformats.org/officeDocument/2006/relationships" id="262" r:id="Rd2c7a0c9017b47eb"/>
    <p:sldId xmlns:r="http://schemas.openxmlformats.org/officeDocument/2006/relationships" id="263" r:id="R5768a77c97aa45f5"/>
    <p:sldId xmlns:r="http://schemas.openxmlformats.org/officeDocument/2006/relationships" id="264" r:id="R90bf9479a9404912"/>
    <p:sldId xmlns:r="http://schemas.openxmlformats.org/officeDocument/2006/relationships" id="265" r:id="R487f0b2e89e04112"/>
    <p:sldId xmlns:r="http://schemas.openxmlformats.org/officeDocument/2006/relationships" id="266" r:id="R3ebdf4afbf7344cd"/>
    <p:sldId xmlns:r="http://schemas.openxmlformats.org/officeDocument/2006/relationships" id="267" r:id="R76729e1620454c2f"/>
    <p:sldId xmlns:r="http://schemas.openxmlformats.org/officeDocument/2006/relationships" id="268" r:id="R759beed9a25745af"/>
    <p:sldId xmlns:r="http://schemas.openxmlformats.org/officeDocument/2006/relationships" id="269" r:id="Rd7cde9d0526749b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5dfdd6d13438d" /><Relationship Type="http://schemas.openxmlformats.org/officeDocument/2006/relationships/slideMaster" Target="/ppt/slideMasters/slideMaster1.xml" Id="Rdeda3b8f5ecc4aec" /><Relationship Type="http://schemas.openxmlformats.org/officeDocument/2006/relationships/notesMaster" Target="/ppt/notesMasters/notesMaster1.xml" Id="R983e4dd7ae4a49cd" /><Relationship Type="http://schemas.openxmlformats.org/officeDocument/2006/relationships/presProps" Target="/ppt/presProps.xml" Id="Rb119f9266c4a4501" /><Relationship Type="http://schemas.openxmlformats.org/officeDocument/2006/relationships/viewProps" Target="/ppt/viewProps.xml" Id="Ra6e27534ab014f49" /><Relationship Type="http://schemas.openxmlformats.org/officeDocument/2006/relationships/tableStyles" Target="/ppt/tableStyles.xml" Id="Rd02c071557604d81" /><Relationship Type="http://schemas.openxmlformats.org/officeDocument/2006/relationships/slide" Target="/ppt/slides/slide1.xml" Id="R38aa996df00242b8" /><Relationship Type="http://schemas.openxmlformats.org/officeDocument/2006/relationships/slide" Target="/ppt/slides/slide2.xml" Id="Raec2adaaa4da4b16" /><Relationship Type="http://schemas.openxmlformats.org/officeDocument/2006/relationships/slide" Target="/ppt/slides/slide3.xml" Id="R2d95b45309624868" /><Relationship Type="http://schemas.openxmlformats.org/officeDocument/2006/relationships/slide" Target="/ppt/slides/slide4.xml" Id="Rc9dafefde02a4b76" /><Relationship Type="http://schemas.openxmlformats.org/officeDocument/2006/relationships/slide" Target="/ppt/slides/slide5.xml" Id="R322561d2a53e44be" /><Relationship Type="http://schemas.openxmlformats.org/officeDocument/2006/relationships/slide" Target="/ppt/slides/slide6.xml" Id="R4d4cad9550ec4c71" /><Relationship Type="http://schemas.openxmlformats.org/officeDocument/2006/relationships/slide" Target="/ppt/slides/slide7.xml" Id="Rd2c7a0c9017b47eb" /><Relationship Type="http://schemas.openxmlformats.org/officeDocument/2006/relationships/slide" Target="/ppt/slides/slide8.xml" Id="R5768a77c97aa45f5" /><Relationship Type="http://schemas.openxmlformats.org/officeDocument/2006/relationships/slide" Target="/ppt/slides/slide9.xml" Id="R90bf9479a9404912" /><Relationship Type="http://schemas.openxmlformats.org/officeDocument/2006/relationships/slide" Target="/ppt/slides/slide10.xml" Id="R487f0b2e89e04112" /><Relationship Type="http://schemas.openxmlformats.org/officeDocument/2006/relationships/slide" Target="/ppt/slides/slide11.xml" Id="R3ebdf4afbf7344cd" /><Relationship Type="http://schemas.openxmlformats.org/officeDocument/2006/relationships/slide" Target="/ppt/slides/slide12.xml" Id="R76729e1620454c2f" /><Relationship Type="http://schemas.openxmlformats.org/officeDocument/2006/relationships/slide" Target="/ppt/slides/slide13.xml" Id="R759beed9a25745af" /><Relationship Type="http://schemas.openxmlformats.org/officeDocument/2006/relationships/slide" Target="/ppt/slides/slide14.xml" Id="Rd7cde9d05267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8ccff48de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21f045250496b" /><Relationship Type="http://schemas.openxmlformats.org/officeDocument/2006/relationships/notesMaster" Target="/ppt/notesMasters/notesMaster1.xml" Id="R1d446daee90943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e6bd1a8df5495d" /><Relationship Type="http://schemas.openxmlformats.org/officeDocument/2006/relationships/notesMaster" Target="/ppt/notesMasters/notesMaster1.xml" Id="R7a169a83266d45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42a04d145c4bbf" /><Relationship Type="http://schemas.openxmlformats.org/officeDocument/2006/relationships/notesMaster" Target="/ppt/notesMasters/notesMaster1.xml" Id="R75d6d7d63c81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74086f37db4d91" /><Relationship Type="http://schemas.openxmlformats.org/officeDocument/2006/relationships/notesMaster" Target="/ppt/notesMasters/notesMaster1.xml" Id="Rd155d5648ae9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8bb5506e4d49cc" /><Relationship Type="http://schemas.openxmlformats.org/officeDocument/2006/relationships/notesMaster" Target="/ppt/notesMasters/notesMaster1.xml" Id="R203bb62eea8f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36d2676654a6d" /><Relationship Type="http://schemas.openxmlformats.org/officeDocument/2006/relationships/notesMaster" Target="/ppt/notesMasters/notesMaster1.xml" Id="R68497e137f03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fd2cd4c72a48ca" /><Relationship Type="http://schemas.openxmlformats.org/officeDocument/2006/relationships/notesMaster" Target="/ppt/notesMasters/notesMaster1.xml" Id="R941993bf28b4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76958a3db64f62" /><Relationship Type="http://schemas.openxmlformats.org/officeDocument/2006/relationships/notesMaster" Target="/ppt/notesMasters/notesMaster1.xml" Id="Rd639ce9fe450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b1188d75394c19" /><Relationship Type="http://schemas.openxmlformats.org/officeDocument/2006/relationships/notesMaster" Target="/ppt/notesMasters/notesMaster1.xml" Id="R5b2790eb883946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c5eac48f1f44c7" /><Relationship Type="http://schemas.openxmlformats.org/officeDocument/2006/relationships/notesMaster" Target="/ppt/notesMasters/notesMaster1.xml" Id="Rb89fee52621f44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82088696714e58" /><Relationship Type="http://schemas.openxmlformats.org/officeDocument/2006/relationships/notesMaster" Target="/ppt/notesMasters/notesMaster1.xml" Id="R2627af769f1141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78d26ae3654755" /><Relationship Type="http://schemas.openxmlformats.org/officeDocument/2006/relationships/notesMaster" Target="/ppt/notesMasters/notesMaster1.xml" Id="Racdc2cf07cf748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e1977b7e584d15" /><Relationship Type="http://schemas.openxmlformats.org/officeDocument/2006/relationships/notesMaster" Target="/ppt/notesMasters/notesMaster1.xml" Id="R876e47186ed94a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a7a5fef4cb4d2a" /><Relationship Type="http://schemas.openxmlformats.org/officeDocument/2006/relationships/notesMaster" Target="/ppt/notesMasters/notesMaster1.xml" Id="R49144964408b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 기준: 연출 내부 시간 0.00~7.10초.</a:t>
            </a:r>
          </a:p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bf59515c94f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e795ffe0b47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dbd36eb2f48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c50737eb44f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b513a601641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2b2c6165e40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e28d474dd46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4163f615d4c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6e6d481644f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e5732dce641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49d3ea31641c2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538305c674652" /><Relationship Type="http://schemas.openxmlformats.org/officeDocument/2006/relationships/slideLayout" Target="/ppt/slideLayouts/slideLayout1.xml" Id="R10edb911e190480a" /><Relationship Type="http://schemas.openxmlformats.org/officeDocument/2006/relationships/slideLayout" Target="/ppt/slideLayouts/slideLayout2.xml" Id="Ra09560e6e3b84706" /><Relationship Type="http://schemas.openxmlformats.org/officeDocument/2006/relationships/slideLayout" Target="/ppt/slideLayouts/slideLayout3.xml" Id="Rfa4f2573a8cb4f22" /><Relationship Type="http://schemas.openxmlformats.org/officeDocument/2006/relationships/slideLayout" Target="/ppt/slideLayouts/slideLayout4.xml" Id="R620ac1f4a1174cb9" /><Relationship Type="http://schemas.openxmlformats.org/officeDocument/2006/relationships/slideLayout" Target="/ppt/slideLayouts/slideLayout5.xml" Id="R8ea56ac2f94940e7" /><Relationship Type="http://schemas.openxmlformats.org/officeDocument/2006/relationships/slideLayout" Target="/ppt/slideLayouts/slideLayout6.xml" Id="R4bd0b25b390742f2" /><Relationship Type="http://schemas.openxmlformats.org/officeDocument/2006/relationships/slideLayout" Target="/ppt/slideLayouts/slideLayout7.xml" Id="R687a0b19509f400d" /><Relationship Type="http://schemas.openxmlformats.org/officeDocument/2006/relationships/slideLayout" Target="/ppt/slideLayouts/slideLayout8.xml" Id="R2fa7b718435f4753" /><Relationship Type="http://schemas.openxmlformats.org/officeDocument/2006/relationships/slideLayout" Target="/ppt/slideLayouts/slideLayout9.xml" Id="Re835eb644e714a46" /><Relationship Type="http://schemas.openxmlformats.org/officeDocument/2006/relationships/slideLayout" Target="/ppt/slideLayouts/slideLayout10.xml" Id="R5cc1f37027c94d26" /><Relationship Type="http://schemas.openxmlformats.org/officeDocument/2006/relationships/slideLayout" Target="/ppt/slideLayouts/slideLayout11.xml" Id="Rac514fb1e05d4e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edb911e190480a"/>
    <p:sldLayoutId xmlns:r="http://schemas.openxmlformats.org/officeDocument/2006/relationships" id="2147483650" r:id="Ra09560e6e3b84706"/>
    <p:sldLayoutId xmlns:r="http://schemas.openxmlformats.org/officeDocument/2006/relationships" id="2147483651" r:id="Rfa4f2573a8cb4f22"/>
    <p:sldLayoutId xmlns:r="http://schemas.openxmlformats.org/officeDocument/2006/relationships" id="2147483652" r:id="R620ac1f4a1174cb9"/>
    <p:sldLayoutId xmlns:r="http://schemas.openxmlformats.org/officeDocument/2006/relationships" id="2147483653" r:id="R8ea56ac2f94940e7"/>
    <p:sldLayoutId xmlns:r="http://schemas.openxmlformats.org/officeDocument/2006/relationships" id="2147483654" r:id="R4bd0b25b390742f2"/>
    <p:sldLayoutId xmlns:r="http://schemas.openxmlformats.org/officeDocument/2006/relationships" id="2147483655" r:id="R687a0b19509f400d"/>
    <p:sldLayoutId xmlns:r="http://schemas.openxmlformats.org/officeDocument/2006/relationships" id="2147483656" r:id="R2fa7b718435f4753"/>
    <p:sldLayoutId xmlns:r="http://schemas.openxmlformats.org/officeDocument/2006/relationships" id="2147483657" r:id="Re835eb644e714a46"/>
    <p:sldLayoutId xmlns:r="http://schemas.openxmlformats.org/officeDocument/2006/relationships" id="2147483658" r:id="R5cc1f37027c94d26"/>
    <p:sldLayoutId xmlns:r="http://schemas.openxmlformats.org/officeDocument/2006/relationships" id="2147483659" r:id="Rac514fb1e05d4ef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e2c6228ba24ae1" /><Relationship Type="http://schemas.openxmlformats.org/officeDocument/2006/relationships/image" Target="/ppt/media/image.png" Id="Rc483402b3e344238" /><Relationship Type="http://schemas.openxmlformats.org/officeDocument/2006/relationships/notesSlide" Target="/ppt/notesSlides/notesSlide1.xml" Id="Ra1626d03f277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970435da74b2a" /><Relationship Type="http://schemas.openxmlformats.org/officeDocument/2006/relationships/notesSlide" Target="/ppt/notesSlides/notesSlide2.xml" Id="Refa74daa8176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545c94d7a4943" /><Relationship Type="http://schemas.openxmlformats.org/officeDocument/2006/relationships/notesSlide" Target="/ppt/notesSlides/notesSlide3.xml" Id="Rd89e5367503a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a9817e73b42a1" /><Relationship Type="http://schemas.openxmlformats.org/officeDocument/2006/relationships/notesSlide" Target="/ppt/notesSlides/notesSlide4.xml" Id="R4fc8c4df33ef41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be84d1a474fcd" /><Relationship Type="http://schemas.openxmlformats.org/officeDocument/2006/relationships/image" Target="/ppt/media/image2.png" Id="R0e31eecc8c404b76" /><Relationship Type="http://schemas.openxmlformats.org/officeDocument/2006/relationships/image" Target="/ppt/media/image3.png" Id="R0c8a33eac9244cae" /><Relationship Type="http://schemas.openxmlformats.org/officeDocument/2006/relationships/image" Target="/ppt/media/image4.png" Id="R9155360f98fa4a8b" /><Relationship Type="http://schemas.openxmlformats.org/officeDocument/2006/relationships/image" Target="/ppt/media/image5.png" Id="Re86693d93b5d4416" /><Relationship Type="http://schemas.openxmlformats.org/officeDocument/2006/relationships/image" Target="/ppt/media/image6.png" Id="R8f9d3c5a0d0c4b4d" /><Relationship Type="http://schemas.openxmlformats.org/officeDocument/2006/relationships/image" Target="/ppt/media/image7.png" Id="Rdaaf928860c94218" /><Relationship Type="http://schemas.openxmlformats.org/officeDocument/2006/relationships/notesSlide" Target="/ppt/notesSlides/notesSlide5.xml" Id="Rb946f6f979e4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582587b0f41bf" /><Relationship Type="http://schemas.openxmlformats.org/officeDocument/2006/relationships/image" Target="/ppt/media/image8.png" Id="R2bfff796158c4b5c" /><Relationship Type="http://schemas.openxmlformats.org/officeDocument/2006/relationships/notesSlide" Target="/ppt/notesSlides/notesSlide6.xml" Id="R911545aba14f48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6c3f33e0246e8" /><Relationship Type="http://schemas.openxmlformats.org/officeDocument/2006/relationships/image" Target="/ppt/media/image9.png" Id="R4c92a6cb59b34434" /><Relationship Type="http://schemas.openxmlformats.org/officeDocument/2006/relationships/notesSlide" Target="/ppt/notesSlides/notesSlide7.xml" Id="Rb93d058a5004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3bdc6a2e54b65" /><Relationship Type="http://schemas.openxmlformats.org/officeDocument/2006/relationships/image" Target="/ppt/media/image10.png" Id="R5db450165fcb40f7" /><Relationship Type="http://schemas.openxmlformats.org/officeDocument/2006/relationships/notesSlide" Target="/ppt/notesSlides/notesSlide8.xml" Id="R4b64f101703f48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ba1a6b174c9d" /><Relationship Type="http://schemas.openxmlformats.org/officeDocument/2006/relationships/image" Target="/ppt/media/image11.png" Id="Rd6f004dff21c40f2" /><Relationship Type="http://schemas.openxmlformats.org/officeDocument/2006/relationships/notesSlide" Target="/ppt/notesSlides/notesSlide9.xml" Id="Rfecaaf7143ac4d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fba1f406b4e4f" /><Relationship Type="http://schemas.openxmlformats.org/officeDocument/2006/relationships/image" Target="/ppt/media/image12.png" Id="R9bd94bd001364bf0" /><Relationship Type="http://schemas.openxmlformats.org/officeDocument/2006/relationships/notesSlide" Target="/ppt/notesSlides/notesSlide10.xml" Id="Rfc40eb0827f14a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31a8672b04b36" /><Relationship Type="http://schemas.openxmlformats.org/officeDocument/2006/relationships/image" Target="/ppt/media/image13.png" Id="Ra44b1a5b8662433f" /><Relationship Type="http://schemas.openxmlformats.org/officeDocument/2006/relationships/notesSlide" Target="/ppt/notesSlides/notesSlide11.xml" Id="R796f68630e024c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6dde02764557" /><Relationship Type="http://schemas.openxmlformats.org/officeDocument/2006/relationships/image" Target="/ppt/media/image14.png" Id="Rbfed0cea32fa45eb" /><Relationship Type="http://schemas.openxmlformats.org/officeDocument/2006/relationships/notesSlide" Target="/ppt/notesSlides/notesSlide12.xml" Id="R18a81d7f638844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9b9f7ddfe4221" /><Relationship Type="http://schemas.openxmlformats.org/officeDocument/2006/relationships/notesSlide" Target="/ppt/notesSlides/notesSlide13.xml" Id="R6e2818673e3b43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e5d2687c041c3" /><Relationship Type="http://schemas.openxmlformats.org/officeDocument/2006/relationships/notesSlide" Target="/ppt/notesSlides/notesSlide14.xml" Id="R1df106a0ab9f4c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1">
            <a:extLst xmlns:a="http://schemas.openxmlformats.org/drawingml/2006/main"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73" y="2180000"/>
            <a:ext cx="5856611" cy="8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3000">
                <a:latin typeface="Noto Sans KR Black"/>
                <a:ea typeface="Noto Sans KR Black"/>
                <a:cs typeface="Noto Sans KR Black"/>
              </a:rPr>
              <a:t>얼음쥐 초필살기</a:t>
            </a:r>
            <a:br>
              <a:rPr sz="3000">
                <a:latin typeface="Noto Sans KR Black"/>
                <a:ea typeface="Noto Sans KR Black"/>
                <a:cs typeface="Noto Sans KR Black"/>
              </a:rPr>
            </a:br>
            <a:r>
              <a:rPr sz="3000">
                <a:latin typeface="Noto Sans KR Black"/>
                <a:ea typeface="Noto Sans KR Black"/>
                <a:cs typeface="Noto Sans KR Black"/>
              </a:rPr>
              <a:t>스토리보드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871" y="3043673"/>
            <a:ext cx="4950241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31" y="1030384"/>
            <a:ext cx="5534025" cy="109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/>
                <a:ea typeface="Noto Sans KR"/>
                <a:cs typeface="Noto Sans KR"/>
              </a:defRPr>
            </a:lvl1pPr>
          </a:lstStyle>
          <a:p xmlns:a="http://schemas.openxmlformats.org/drawingml/2006/main">
            <a:pPr algn="r">
              <a:buNone/>
            </a:pPr>
            <a:r>
              <a:rPr sz="3600">
                <a:latin typeface="Noto Sans KR Black"/>
                <a:ea typeface="Noto Sans KR Black"/>
                <a:cs typeface="Noto Sans KR Black"/>
              </a:rPr>
              <a:t>찍찍이</a:t>
            </a:r>
            <a:r>
              <a:rPr sz="3600">
                <a:latin typeface="Noto Sans KR Black"/>
                <a:ea typeface="Noto Sans KR Black"/>
                <a:cs typeface="Noto Sans KR Black"/>
              </a:rPr>
              <a:t> 게임</a:t>
            </a:r>
          </a:p>
        </p:txBody>
      </p:sp>
      <p:sp>
        <p:nvSpPr>
          <p:cNvPr id="24" name="직선 연결선 23">
            <a:extLst xmlns:a="http://schemas.openxmlformats.org/drawingml/2006/main">
              <a:ext uri="{FF2B5EF4-FFF2-40B4-BE49-F238E27FC236}">
                <a16:creationId xmlns:a16="http://schemas.microsoft.com/office/drawing/2014/main" id="{B6425AB0-B16F-47FA-89EF-7CDF231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69943" y="5602514"/>
            <a:ext cx="3311169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최초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작성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최종 수정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구현 기준 정리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구현 기준 정리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87" y="3269557"/>
            <a:ext cx="1888769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latin typeface="Noto Sans KR"/>
                <a:ea typeface="Noto Sans KR"/>
                <a:cs typeface="Noto Sans KR"/>
              </a:rPr>
              <a:t>NKK </a:t>
            </a:r>
            <a:r>
              <a:rPr sz="2200">
                <a:latin typeface="Noto Sans KR"/>
                <a:ea typeface="Noto Sans KR"/>
                <a:cs typeface="Noto Sans KR"/>
              </a:rPr>
              <a:t>스튜디오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458" y="3607535"/>
            <a:ext cx="1559698" cy="13542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  팀장 </a:t>
            </a:r>
            <a:r>
              <a:rPr sz="1600">
                <a:latin typeface="Noto Sans KR"/>
                <a:ea typeface="Noto Sans KR"/>
                <a:cs typeface="Noto Sans KR"/>
              </a:rPr>
              <a:t>박송호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부팀장</a:t>
            </a:r>
            <a:r>
              <a:rPr sz="1600">
                <a:latin typeface="Noto Sans KR"/>
                <a:ea typeface="Noto Sans KR"/>
                <a:cs typeface="Noto Sans KR"/>
              </a:rPr>
              <a:t> </a:t>
            </a:r>
            <a:r>
              <a:rPr sz="1600">
                <a:latin typeface="Noto Sans KR"/>
                <a:ea typeface="Noto Sans KR"/>
                <a:cs typeface="Noto Sans KR"/>
              </a:rPr>
              <a:t>정승운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팀원 </a:t>
            </a:r>
            <a:r>
              <a:rPr sz="1600">
                <a:latin typeface="Noto Sans KR"/>
                <a:ea typeface="Noto Sans KR"/>
                <a:cs typeface="Noto Sans KR"/>
              </a:rPr>
              <a:t>김규장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박도원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이예성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4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C09FB575-566A-40BE-BE51-095B10A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24500" y="1075469"/>
            <a:ext cx="585661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970" y="728373"/>
            <a:ext cx="60287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기맞기획</a:t>
            </a:r>
            <a:r>
              <a:rPr sz="14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11</a:t>
            </a:r>
            <a:r>
              <a:rPr sz="1400">
                <a:latin typeface="Noto Sans KR"/>
                <a:ea typeface="Noto Sans KR"/>
                <a:cs typeface="Noto Sans KR"/>
              </a:rPr>
              <a:t>기 기업 협약 프로젝트 </a:t>
            </a:r>
            <a:r>
              <a:rPr sz="1400">
                <a:latin typeface="Noto Sans KR"/>
                <a:ea typeface="Noto Sans KR"/>
                <a:cs typeface="Noto Sans KR"/>
              </a:rPr>
              <a:t>2</a:t>
            </a:r>
            <a:r>
              <a:rPr sz="1400">
                <a:latin typeface="Noto Sans KR"/>
                <a:ea typeface="Noto Sans KR"/>
                <a:cs typeface="Noto Sans KR"/>
              </a:rPr>
              <a:t>팀 </a:t>
            </a:r>
            <a:r>
              <a:rPr sz="1400">
                <a:latin typeface="Noto Sans KR"/>
                <a:ea typeface="Noto Sans KR"/>
                <a:cs typeface="Noto Sans KR"/>
              </a:rPr>
              <a:t>‘NKK </a:t>
            </a:r>
            <a:r>
              <a:rPr sz="1400">
                <a:latin typeface="Noto Sans KR"/>
                <a:ea typeface="Noto Sans KR"/>
                <a:cs typeface="Noto Sans KR"/>
              </a:rPr>
              <a:t>스튜디오</a:t>
            </a:r>
            <a:r>
              <a:rPr sz="1400">
                <a:latin typeface="Noto Sans KR"/>
                <a:ea typeface="Noto Sans KR"/>
                <a:cs typeface="Noto Sans KR"/>
              </a:rPr>
              <a:t>’ </a:t>
            </a:r>
            <a:r>
              <a:rPr sz="1400">
                <a:latin typeface="Noto Sans KR"/>
                <a:ea typeface="Noto Sans KR"/>
                <a:cs typeface="Noto Sans KR"/>
              </a:rPr>
              <a:t>제작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00042D-460C-4D22-B1C2-6C55ACF92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3402b3e344238"/>
          <a:stretch xmlns:a="http://schemas.openxmlformats.org/drawingml/2006/main"/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06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53244-85E5-4DCA-8FF8-8577ADF4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66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D7BA8-4A3E-4030-B857-A8A919B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현재 연출                         3P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전체 타임라인                    4P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 컷 전체보기                       5P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720B7-B3D4-4D77-99E6-8BB5001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컷별 스토리보드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B8A1C-EB1F-4345-956E-4A4BF36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2912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오로라 · 소환 · 얼굴           6~8P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성 강림 · 눈보라 · 우박       9~11P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03A2-6E0B-44DA-A474-66DB5C5A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전장 연출 · 피해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684E2-29CC-485E-860A-F219183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우박과 마지막 일격             12P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실제 게임 처리                   13P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A8F56-2A0E-4C03-94FE-ECF345EF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FA929-AFC4-45B2-8336-AFCE957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확인 기준과 근거                14P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 – 현재 연출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3C821-6586-40F1-8E56-3E27EBD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52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pPr>
            <a:r>
              <a: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rPr>
              <a:t>한줄요약: 얼음성을 소환한 여왕이 전장에 우박을 쏟는다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7124A-4D6D-446B-898A-79DBDB6145CC}"/>
              </a:ext>
            </a:extLst>
          </p:cNvPr>
          <p:cNvGraphicFramePr/>
          <p:nvPr/>
        </p:nvGraphicFramePr>
        <p:xfrm>
          <a:off xmlns:a="http://schemas.openxmlformats.org/drawingml/2006/main" x="1143000" y="2152650"/>
          <a:ext xmlns:a="http://schemas.openxmlformats.org/drawingml/2006/main" cx="9906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8143875"/>
              </a:tblGrid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구현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아이스 퀸 쥐 / icequeen / 초필살기 31015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기술명 · 대사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영원한 겨울 / 세상이 얼어붙는다…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흐름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 소환 컷신, 전장 우박 10타, 마지막 일격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내부 시간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0.00~7.10초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표현 방식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 배경과 캐릭터·효과 레이어, 동작 프레임 교체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버전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 소환과 우박 공격. 별도 피니시 포즈 컷 없음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AE538-B962-4A4F-A57E-8DAF0DF5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 문서는 현재 구현을 기록한 스토리보드다. 일반 필살기 「렛잇고」와 구분한다.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연출 – 전체 타임라인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28FBC-4FB6-47A5-9346-6B7A927636CD}"/>
              </a:ext>
            </a:extLst>
          </p:cNvPr>
          <p:cNvGraphicFramePr/>
          <p:nvPr/>
        </p:nvGraphicFramePr>
        <p:xfrm>
          <a:off xmlns:a="http://schemas.openxmlformats.org/drawingml/2006/main" x="1143000" y="1657350"/>
          <a:ext xmlns:a="http://schemas.openxmlformats.org/drawingml/2006/main" cx="99060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1762125"/>
                <a:gridCol w="6286500"/>
              </a:tblGrid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내부 시간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0.00–0.40초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전장에서 초필살기 컷신으로 전환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0.40–1.90초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1–3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오로라 하늘, 소환 동작, 얼굴 클로즈업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1.90–3.40초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4–6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 낙하, 눈보라 상승, 우박과 화이트아웃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3.40–3.80초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 걷힘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원래 전장이 드러남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3.80–6.80초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우박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3초 동안 다단 10타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6.80–7.10초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일격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충돌과 마무리 문구, 연출 종료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FD70-F3EE-4328-9E3F-7E9CCC69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모든 시간은 발동 순간 0.00초를 기준으로 한 연출 내부 타임라인이다.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컷신 0.00~3.40초, 걷힘 3.40~3.80초, 전장 우박 3.80~6.80초, 종료 7.10초.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컷 전체보기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2A70-95C1-4FD1-AC24-30ABCE503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1eecc8c404b76"/>
          <a:stretch xmlns:a="http://schemas.openxmlformats.org/drawingml/2006/main"/>
        </p:blipFill>
        <p:spPr>
          <a:xfrm xmlns:a="http://schemas.openxmlformats.org/drawingml/2006/main">
            <a:off x="2125105" y="1619250"/>
            <a:ext cx="988541" cy="1619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94F1D-6AB2-4FB5-8A63-4A3FD4B1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01  겨울의 전조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473B1-F2EA-4F56-919F-C15AD94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0.40–0.85초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C450-471B-4E4A-8D12-7E104803A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a33eac9244cae"/>
          <a:stretch xmlns:a="http://schemas.openxmlformats.org/drawingml/2006/main"/>
        </p:blipFill>
        <p:spPr>
          <a:xfrm xmlns:a="http://schemas.openxmlformats.org/drawingml/2006/main">
            <a:off x="5209962" y="1619250"/>
            <a:ext cx="1486326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8BCF3-5F93-4A07-93C1-954B3566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02  얼음성 소환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6BD02-0D68-45DE-97FC-3279556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0.85–1.40초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56E28-319A-47AB-A4DA-0A12C2DCA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5360f98fa4a8b"/>
          <a:stretch xmlns:a="http://schemas.openxmlformats.org/drawingml/2006/main"/>
        </p:blipFill>
        <p:spPr>
          <a:xfrm xmlns:a="http://schemas.openxmlformats.org/drawingml/2006/main">
            <a:off x="8072438" y="1619250"/>
            <a:ext cx="2428875" cy="161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E5E3-610F-4F1C-9457-1F4B1AA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03  여왕의 얼굴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C4D0E-CA1D-4351-BC04-E4A2DBF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1.40–1.90초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04CB2-9CF7-43D9-B9CF-9CFF862FF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693d93b5d4416"/>
          <a:stretch xmlns:a="http://schemas.openxmlformats.org/drawingml/2006/main"/>
        </p:blipFill>
        <p:spPr>
          <a:xfrm xmlns:a="http://schemas.openxmlformats.org/drawingml/2006/main">
            <a:off x="1658749" y="3857625"/>
            <a:ext cx="1921253" cy="1619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A5CE1-6419-487F-80CE-F057555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04  얼음성 강림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57B47-B2E3-4622-9862-FE23C959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1.90–2.50초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1AA54-35A1-4313-8479-78A4EF97B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3c5a0d0c4b4d"/>
          <a:stretch xmlns:a="http://schemas.openxmlformats.org/drawingml/2006/main"/>
        </p:blipFill>
        <p:spPr>
          <a:xfrm xmlns:a="http://schemas.openxmlformats.org/drawingml/2006/main">
            <a:off x="5458855" y="3857625"/>
            <a:ext cx="988541" cy="1619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4EB09-9BCB-4263-AA11-71CDBE3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05  눈보라 상승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72C30-C04F-443E-9622-5416B62C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2.50–3.00초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27CB7-81F8-4560-B329-F57618315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f928860c94218"/>
          <a:stretch xmlns:a="http://schemas.openxmlformats.org/drawingml/2006/main"/>
        </p:blipFill>
        <p:spPr>
          <a:xfrm xmlns:a="http://schemas.openxmlformats.org/drawingml/2006/main">
            <a:off x="8571392" y="3857625"/>
            <a:ext cx="1430965" cy="16192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012F5-A6D1-45C1-A856-3472F39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06  하늘을 덮는 우박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6204C-53EA-4FCF-A375-5085FFB3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3.00–3.80초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DBC47-7B85-4CC8-A277-BEEF07F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579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현재 사용 중인 원본 아트로 컷 순서를 정리함. 완성 프레임 캡처와 구분.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01 겨울의 전조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F29D6-0436-4911-B9F8-2013C9C4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0.40–0.85초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FD524-2502-467C-A084-C3892E775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ff796158c4b5c"/>
          <a:stretch xmlns:a="http://schemas.openxmlformats.org/drawingml/2006/main"/>
        </p:blipFill>
        <p:spPr>
          <a:xfrm xmlns:a="http://schemas.openxmlformats.org/drawingml/2006/main">
            <a:off x="2206347" y="2124075"/>
            <a:ext cx="2064305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304C-2D4F-4EE9-A182-820CE7F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파노라마 원본 아트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92A1C-7889-4651-8C21-58889769C759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오로라가 흐르는 하늘에 큰 눈송이가 모여든다.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하늘에서 아래로 빠르게 틸트. 줌 1.25에서 1.10.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세로 속도선과 회전하는 눈송이 6개.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공격·소리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없음. 컷인음 superjump_charge.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02 얼음성 소환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3E33-DD7F-4BCF-838C-563C337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0.85–1.40초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FF1C3-D49B-42E8-B9A6-292584A33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2a6cb59b34434"/>
          <a:stretch xmlns:a="http://schemas.openxmlformats.org/drawingml/2006/main"/>
        </p:blipFill>
        <p:spPr>
          <a:xfrm xmlns:a="http://schemas.openxmlformats.org/drawingml/2006/main">
            <a:off x="1686600" y="2124075"/>
            <a:ext cx="3103799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B864-35D5-4926-93D1-6AF3ED35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소환 동작 프레임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EAF0D-F905-4015-A6FE-C1C3D2C6C3DB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언 호수 위 여왕이 웅크렸다 두 앞발을 하늘로 든다.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여왕을 확대. 줌 1.70에서 1.90, 짧은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서리 오라가 커지고 눈송이가 위로 솟는다.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제목·판정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0.95초에 제목 띠가 빠짐. 아직 피해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03 여왕의 얼굴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18A0F-9FD1-4EB0-AD8A-8EECB3AF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1.40–1.90초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25D25-72A1-4A78-AA07-DD93B8630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450165fcb40f7"/>
          <a:stretch xmlns:a="http://schemas.openxmlformats.org/drawingml/2006/main"/>
        </p:blipFill>
        <p:spPr>
          <a:xfrm xmlns:a="http://schemas.openxmlformats.org/drawingml/2006/main">
            <a:off x="1143000" y="2417763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A6AE9-158F-405F-BCCA-A2890E99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얼굴 레이어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26719-27F5-4DC6-AEAC-ECBF4F3F9E00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얼굴을 크게 잡아 소환의 주체를 강조한다.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배경과 얼굴을 분리한 클로즈업 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전환 순간 흰 플래시, 얼굴 주변 눈송이 회전.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레이어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face_close와 face_bg를 따로 합성. 피해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04 얼음성 강림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E39AF-B970-4068-B455-0BA02B2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1.90–2.50초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0029B-2653-4E6B-98DA-6D2A2D43A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004dff21c40f2"/>
          <a:stretch xmlns:a="http://schemas.openxmlformats.org/drawingml/2006/main"/>
        </p:blipFill>
        <p:spPr>
          <a:xfrm xmlns:a="http://schemas.openxmlformats.org/drawingml/2006/main">
            <a:off x="1232486" y="2124075"/>
            <a:ext cx="4012028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7FF2A-B232-4174-A6E6-8B172A43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얼음성 소품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2B85A-A7BA-4DBB-B323-950F361B4796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성이 빈 호수에 낙하. 여왕은 오른쪽 아래.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호수 하단을 잡고 착지 순간 강하게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시점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2.22초에 착지. 충격광, 원형 파동, 파편.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문구·판정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“세상이 얼어붙는다…”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 착지에는 별도 공격 판정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05 눈보라 상승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38B50-AC7E-4BA3-B6BE-C229C7F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2.50–3.00초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42640-5457-47B6-9919-2A593A6BC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94bd001364bf0"/>
          <a:stretch xmlns:a="http://schemas.openxmlformats.org/drawingml/2006/main"/>
        </p:blipFill>
        <p:spPr>
          <a:xfrm xmlns:a="http://schemas.openxmlformats.org/drawingml/2006/main">
            <a:off x="2206347" y="2124075"/>
            <a:ext cx="2064305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2F98B-7C23-4FED-AED5-94FE19FA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얼어붙은 파노라마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F2BA6-7A73-4237-B6B8-C5885FF77C2F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얼음성에서 눈보라가 하늘로 솟구친다.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성에서 하늘로 위쪽 틸트. 줌 1.50에서 1.25.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상승하는 얼음 줄기와 눈송이.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상단에 “얼어 죽어도 아이스 아메리카노”.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06 하늘을 덮는 우박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27E4-A4F3-4130-8918-C97A671B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내부 시간 3.00–3.80초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B7B3-B65B-407F-8947-E34EACCDF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b1a5b8662433f"/>
          <a:stretch xmlns:a="http://schemas.openxmlformats.org/drawingml/2006/main"/>
        </p:blipFill>
        <p:spPr>
          <a:xfrm xmlns:a="http://schemas.openxmlformats.org/drawingml/2006/main">
            <a:off x="1744404" y="2124075"/>
            <a:ext cx="2988192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8F6B9-1369-4F6C-A66C-F7705912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우박에 사용하는 얼음 조각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2D787-FD2B-4FD8-8301-0EA360FDAEA4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우박이 비스듬히 떨어지고 화면이 하얗게 덮인다.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하늘로 줌 인하며 짧게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 조각 22개와 낙하 궤적. 화이트아웃 강화.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연결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3.40초부터 걷힘. 3.80초에 전장 공격 시작.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전장 연출 – 우박과 마지막 일격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3CDF4-4A23-4368-B73B-9929B2170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d0cea32fa45eb"/>
          <a:stretch xmlns:a="http://schemas.openxmlformats.org/drawingml/2006/main"/>
        </p:blipFill>
        <p:spPr>
          <a:xfrm xmlns:a="http://schemas.openxmlformats.org/drawingml/2006/main">
            <a:off x="1143000" y="1687711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2C205-0599-4B81-8120-42457D5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플레이 캡처 / 전장 우박 구간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3BD4A-4B95-4E31-A3FD-9B6298F17A3F}"/>
              </a:ext>
            </a:extLst>
          </p:cNvPr>
          <p:cNvGraphicFramePr/>
          <p:nvPr/>
        </p:nvGraphicFramePr>
        <p:xfrm>
          <a:off xmlns:a="http://schemas.openxmlformats.org/drawingml/2006/main" x="6096000" y="1685925"/>
          <a:ext xmlns:a="http://schemas.openxmlformats.org/drawingml/2006/main" cx="4953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619500"/>
              </a:tblGrid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· 판정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3.80~6.80초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전체 우박 3초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0.30초 간격 10타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우박 충돌, 마지막 일격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“전부 꽁꽁!!”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7.10초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연출 종료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빙결은 종료 뒤 약 1.5초 여운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4A3E4-1554-4532-AEFA-A71F69C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전장 위에서 대상별 충돌 그림과 피해 숫자를 표시한다.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마지막 일격도 전장에서 마무리하며 별도 포즈 컷을 추가하지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연출 · 피해 – 게임 처리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69D5A-8A84-452E-B6E8-D88321F30DA2}"/>
              </a:ext>
            </a:extLst>
          </p:cNvPr>
          <p:cNvGraphicFramePr/>
          <p:nvPr/>
        </p:nvGraphicFramePr>
        <p:xfrm>
          <a:off xmlns:a="http://schemas.openxmlformats.org/drawingml/2006/main" x="1143000" y="1628775"/>
          <a:ext xmlns:a="http://schemas.openxmlformats.org/drawingml/2006/main" cx="990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7905750"/>
              </a:tblGrid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처리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 시점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컷신이 완전히 걷힌 뒤 전장 우박 구간에서 공격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다단 / 마지막 일격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피해 ×4씩 10회 / 기본 피해 ×20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표시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대상별 월드 팝업. 보스 상한과 대상 상태에 따라 실제 피해 변동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 그림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낙하 알갱이, 큰 덩어리, 바닥 충돌 3프레임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크기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 90px / 대상 타격 220px / 마지막 일격 420px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프레임 / 빙결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프레임 간격 0.07초 / 화면 안 생명체 빙결 반복 갱신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사운드 키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 jgl_ult_cutin / 컷인 superjump_charge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다단 hit_glass / 마지막 wall_blast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검토 – 확인 기준과 근거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1E27C-D609-4B56-8944-D0A50E6CFAF7}"/>
              </a:ext>
            </a:extLst>
          </p:cNvPr>
          <p:cNvGraphicFramePr/>
          <p:nvPr/>
        </p:nvGraphicFramePr>
        <p:xfrm>
          <a:off xmlns:a="http://schemas.openxmlformats.org/drawingml/2006/main" x="1143000" y="1638300"/>
          <a:ext xmlns:a="http://schemas.openxmlformats.org/drawingml/2006/main" cx="9906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8096250"/>
              </a:tblGrid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검토 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확인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 착지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성의 낙하와 충격이 충분히 무겁게 느껴지는가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연결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성, 하늘 눈보라, 전장 우박의 흐름이 읽히는가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가독성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화이트아웃 뒤 대상과 피해 숫자, 마지막 일격 문구가 보이는가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구성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제목과 밈이 여왕의 동작을 가리지 않는가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596D7-0BD2-412C-B417-ACFAE85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확인 범위: 저장된 씬·코드·원본 아트·기존 플레이 캡처 대조.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이번 문서화에서는 새 Play 재생과 사운드 청취를 진행하지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내용 근거: superult_story.py, Game.unity, SuperUltManager.cs, RatTable.json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레이아웃: 기존 초필살기 기획서, 튜토리얼 기획서의 컷신 페이지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2026-10-19T07:59:49.1610000Z</dcterms:created>
  <dcterms:modified xsi:type="dcterms:W3CDTF">2026-10-19T07:59:49.1610000Z</dcterms:modified>
</coreProperties>
</file>