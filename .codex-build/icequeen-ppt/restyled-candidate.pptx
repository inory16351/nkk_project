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c3c6a1b0c4c9f" /><Relationship Type="http://schemas.openxmlformats.org/officeDocument/2006/relationships/extended-properties" Target="/docProps/app.xml" Id="Rb6c4b68c7fd944ba" /><Relationship Type="http://schemas.openxmlformats.org/officeDocument/2006/relationships/officeDocument" Target="/ppt/presentation.xml" Id="R174e5e49119b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9b84dd0644644"/>
  </p:sldMasterIdLst>
  <p:notesMasterIdLst>
    <p:notesMasterId xmlns:r="http://schemas.openxmlformats.org/officeDocument/2006/relationships" r:id="R08dd3087f78c4870"/>
  </p:notesMasterIdLst>
  <p:sldIdLst>
    <p:sldId xmlns:r="http://schemas.openxmlformats.org/officeDocument/2006/relationships" id="256" r:id="Ra386ac0d3670439d"/>
    <p:sldId xmlns:r="http://schemas.openxmlformats.org/officeDocument/2006/relationships" id="257" r:id="R7751099def824733"/>
    <p:sldId xmlns:r="http://schemas.openxmlformats.org/officeDocument/2006/relationships" id="258" r:id="Re86e55bb791b44f2"/>
    <p:sldId xmlns:r="http://schemas.openxmlformats.org/officeDocument/2006/relationships" id="259" r:id="R4a8cef866a374d8f"/>
    <p:sldId xmlns:r="http://schemas.openxmlformats.org/officeDocument/2006/relationships" id="260" r:id="R2d3d8a8449e044fb"/>
    <p:sldId xmlns:r="http://schemas.openxmlformats.org/officeDocument/2006/relationships" id="261" r:id="Rd6478392cc47485b"/>
    <p:sldId xmlns:r="http://schemas.openxmlformats.org/officeDocument/2006/relationships" id="262" r:id="Ref503d4a8f1f49ec"/>
    <p:sldId xmlns:r="http://schemas.openxmlformats.org/officeDocument/2006/relationships" id="263" r:id="Rca15520b64d34de0"/>
    <p:sldId xmlns:r="http://schemas.openxmlformats.org/officeDocument/2006/relationships" id="264" r:id="Rf2f15a9997c04a31"/>
    <p:sldId xmlns:r="http://schemas.openxmlformats.org/officeDocument/2006/relationships" id="265" r:id="R54a6d3b645324c6f"/>
    <p:sldId xmlns:r="http://schemas.openxmlformats.org/officeDocument/2006/relationships" id="266" r:id="Re8477a21fbcd4045"/>
    <p:sldId xmlns:r="http://schemas.openxmlformats.org/officeDocument/2006/relationships" id="267" r:id="Rbecc1809514b4d1e"/>
    <p:sldId xmlns:r="http://schemas.openxmlformats.org/officeDocument/2006/relationships" id="268" r:id="Re115c1bfde9547a3"/>
    <p:sldId xmlns:r="http://schemas.openxmlformats.org/officeDocument/2006/relationships" id="269" r:id="Rc4b384e2f7bb465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8642a375546f3" /><Relationship Type="http://schemas.openxmlformats.org/officeDocument/2006/relationships/slideMaster" Target="/ppt/slideMasters/slideMaster1.xml" Id="Re559b84dd0644644" /><Relationship Type="http://schemas.openxmlformats.org/officeDocument/2006/relationships/notesMaster" Target="/ppt/notesMasters/notesMaster1.xml" Id="R08dd3087f78c4870" /><Relationship Type="http://schemas.openxmlformats.org/officeDocument/2006/relationships/presProps" Target="/ppt/presProps.xml" Id="R4e912dd7b4254924" /><Relationship Type="http://schemas.openxmlformats.org/officeDocument/2006/relationships/viewProps" Target="/ppt/viewProps.xml" Id="Re481a482b06249da" /><Relationship Type="http://schemas.openxmlformats.org/officeDocument/2006/relationships/tableStyles" Target="/ppt/tableStyles.xml" Id="Re70609c381e34c95" /><Relationship Type="http://schemas.openxmlformats.org/officeDocument/2006/relationships/slide" Target="/ppt/slides/slide1.xml" Id="Ra386ac0d3670439d" /><Relationship Type="http://schemas.openxmlformats.org/officeDocument/2006/relationships/slide" Target="/ppt/slides/slide2.xml" Id="R7751099def824733" /><Relationship Type="http://schemas.openxmlformats.org/officeDocument/2006/relationships/slide" Target="/ppt/slides/slide3.xml" Id="Re86e55bb791b44f2" /><Relationship Type="http://schemas.openxmlformats.org/officeDocument/2006/relationships/slide" Target="/ppt/slides/slide4.xml" Id="R4a8cef866a374d8f" /><Relationship Type="http://schemas.openxmlformats.org/officeDocument/2006/relationships/slide" Target="/ppt/slides/slide5.xml" Id="R2d3d8a8449e044fb" /><Relationship Type="http://schemas.openxmlformats.org/officeDocument/2006/relationships/slide" Target="/ppt/slides/slide6.xml" Id="Rd6478392cc47485b" /><Relationship Type="http://schemas.openxmlformats.org/officeDocument/2006/relationships/slide" Target="/ppt/slides/slide7.xml" Id="Ref503d4a8f1f49ec" /><Relationship Type="http://schemas.openxmlformats.org/officeDocument/2006/relationships/slide" Target="/ppt/slides/slide8.xml" Id="Rca15520b64d34de0" /><Relationship Type="http://schemas.openxmlformats.org/officeDocument/2006/relationships/slide" Target="/ppt/slides/slide9.xml" Id="Rf2f15a9997c04a31" /><Relationship Type="http://schemas.openxmlformats.org/officeDocument/2006/relationships/slide" Target="/ppt/slides/slide10.xml" Id="R54a6d3b645324c6f" /><Relationship Type="http://schemas.openxmlformats.org/officeDocument/2006/relationships/slide" Target="/ppt/slides/slide11.xml" Id="Re8477a21fbcd4045" /><Relationship Type="http://schemas.openxmlformats.org/officeDocument/2006/relationships/slide" Target="/ppt/slides/slide12.xml" Id="Rbecc1809514b4d1e" /><Relationship Type="http://schemas.openxmlformats.org/officeDocument/2006/relationships/slide" Target="/ppt/slides/slide13.xml" Id="Re115c1bfde9547a3" /><Relationship Type="http://schemas.openxmlformats.org/officeDocument/2006/relationships/slide" Target="/ppt/slides/slide14.xml" Id="Rc4b384e2f7bb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991a623958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617c265104cb9" /><Relationship Type="http://schemas.openxmlformats.org/officeDocument/2006/relationships/notesMaster" Target="/ppt/notesMasters/notesMaster1.xml" Id="R1077b13d08d5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0335946694ba6" /><Relationship Type="http://schemas.openxmlformats.org/officeDocument/2006/relationships/notesMaster" Target="/ppt/notesMasters/notesMaster1.xml" Id="R69216e4e2ff4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b372f0978a4c47" /><Relationship Type="http://schemas.openxmlformats.org/officeDocument/2006/relationships/notesMaster" Target="/ppt/notesMasters/notesMaster1.xml" Id="R1d342aef502248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76c1a239b245b7" /><Relationship Type="http://schemas.openxmlformats.org/officeDocument/2006/relationships/notesMaster" Target="/ppt/notesMasters/notesMaster1.xml" Id="R261077da8b3e48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73cc0d28741f8" /><Relationship Type="http://schemas.openxmlformats.org/officeDocument/2006/relationships/notesMaster" Target="/ppt/notesMasters/notesMaster1.xml" Id="R41d9f649a338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e9c0183ec64cc9" /><Relationship Type="http://schemas.openxmlformats.org/officeDocument/2006/relationships/notesMaster" Target="/ppt/notesMasters/notesMaster1.xml" Id="R808a0a67ecc54d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8993fb01964e75" /><Relationship Type="http://schemas.openxmlformats.org/officeDocument/2006/relationships/notesMaster" Target="/ppt/notesMasters/notesMaster1.xml" Id="Rbc641666c96c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16d0df4734019" /><Relationship Type="http://schemas.openxmlformats.org/officeDocument/2006/relationships/notesMaster" Target="/ppt/notesMasters/notesMaster1.xml" Id="R6b5cd139dcd140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63694d66a64027" /><Relationship Type="http://schemas.openxmlformats.org/officeDocument/2006/relationships/notesMaster" Target="/ppt/notesMasters/notesMaster1.xml" Id="R14084d037dec42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3c6b2cf3974694" /><Relationship Type="http://schemas.openxmlformats.org/officeDocument/2006/relationships/notesMaster" Target="/ppt/notesMasters/notesMaster1.xml" Id="Rab58637245c84e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00198f8a5d497d" /><Relationship Type="http://schemas.openxmlformats.org/officeDocument/2006/relationships/notesMaster" Target="/ppt/notesMasters/notesMaster1.xml" Id="R3eccf7249c54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30f5b9e6ff40ff" /><Relationship Type="http://schemas.openxmlformats.org/officeDocument/2006/relationships/notesMaster" Target="/ppt/notesMasters/notesMaster1.xml" Id="R62de4974cfdb42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964c1bf45a496d" /><Relationship Type="http://schemas.openxmlformats.org/officeDocument/2006/relationships/notesMaster" Target="/ppt/notesMasters/notesMaster1.xml" Id="R2e725a3848a5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33eb3680524c11" /><Relationship Type="http://schemas.openxmlformats.org/officeDocument/2006/relationships/notesMaster" Target="/ppt/notesMasters/notesMaster1.xml" Id="R13cf0adeb673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</a:t>
            </a:r>
          </a:p>
          <a:p xmlns:a="http://schemas.openxmlformats.org/drawingml/2006/main">
            <a:r>
              <a:t>C:/Project/NKK_PROJECT/Unity_Making/NKK_Project/Assets/Scenes/Game.unity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레이아웃 참고: C:/Project/NKK_PROJECT/기획서/20261016_프로젝트 NKK_초필살기 기획서.pptx</a:t>
            </a:r>
          </a:p>
          <a:p xmlns:a="http://schemas.openxmlformats.org/drawingml/2006/main">
            <a:r>
              <a:t>C:/Project/NKK_PROJECT/기획서/20261009_프로젝트 NKK_튜토리얼 기획서_정승운.pptx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418f4ebf740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e7ff8ae0a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cbab70b345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466f984f440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ed1269a8140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15ff4ec4441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0a078acdd40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d4186fd1e44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764cab73647b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3f7793f574d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5558de9ca46ff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feb25abbc4f40" /><Relationship Type="http://schemas.openxmlformats.org/officeDocument/2006/relationships/slideLayout" Target="/ppt/slideLayouts/slideLayout1.xml" Id="R81465a6ffb5f4dca" /><Relationship Type="http://schemas.openxmlformats.org/officeDocument/2006/relationships/slideLayout" Target="/ppt/slideLayouts/slideLayout2.xml" Id="R8b2dec5470004f9d" /><Relationship Type="http://schemas.openxmlformats.org/officeDocument/2006/relationships/slideLayout" Target="/ppt/slideLayouts/slideLayout3.xml" Id="Rdfe674addf324672" /><Relationship Type="http://schemas.openxmlformats.org/officeDocument/2006/relationships/slideLayout" Target="/ppt/slideLayouts/slideLayout4.xml" Id="R8c5b3345cb494be4" /><Relationship Type="http://schemas.openxmlformats.org/officeDocument/2006/relationships/slideLayout" Target="/ppt/slideLayouts/slideLayout5.xml" Id="Rcdbb3149a5ae4f1f" /><Relationship Type="http://schemas.openxmlformats.org/officeDocument/2006/relationships/slideLayout" Target="/ppt/slideLayouts/slideLayout6.xml" Id="R8c2d995899be48c2" /><Relationship Type="http://schemas.openxmlformats.org/officeDocument/2006/relationships/slideLayout" Target="/ppt/slideLayouts/slideLayout7.xml" Id="R6e7c55b5122a4447" /><Relationship Type="http://schemas.openxmlformats.org/officeDocument/2006/relationships/slideLayout" Target="/ppt/slideLayouts/slideLayout8.xml" Id="R0950427716104c28" /><Relationship Type="http://schemas.openxmlformats.org/officeDocument/2006/relationships/slideLayout" Target="/ppt/slideLayouts/slideLayout9.xml" Id="Ra1a63bac0a8e45f6" /><Relationship Type="http://schemas.openxmlformats.org/officeDocument/2006/relationships/slideLayout" Target="/ppt/slideLayouts/slideLayout10.xml" Id="R4fc04a8696944c1e" /><Relationship Type="http://schemas.openxmlformats.org/officeDocument/2006/relationships/slideLayout" Target="/ppt/slideLayouts/slideLayout11.xml" Id="Rd0e21b50abbe49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A507BC3-FE8E-43D9-9669-1305ABD709FE}" type="datetimeFigureOut">
              <a:t>2026-10-16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7E515EA-DF8E-4FB8-A334-EEBD4975209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65a6ffb5f4dca"/>
    <p:sldLayoutId xmlns:r="http://schemas.openxmlformats.org/officeDocument/2006/relationships" id="2147483650" r:id="R8b2dec5470004f9d"/>
    <p:sldLayoutId xmlns:r="http://schemas.openxmlformats.org/officeDocument/2006/relationships" id="2147483651" r:id="Rdfe674addf324672"/>
    <p:sldLayoutId xmlns:r="http://schemas.openxmlformats.org/officeDocument/2006/relationships" id="2147483652" r:id="R8c5b3345cb494be4"/>
    <p:sldLayoutId xmlns:r="http://schemas.openxmlformats.org/officeDocument/2006/relationships" id="2147483653" r:id="Rcdbb3149a5ae4f1f"/>
    <p:sldLayoutId xmlns:r="http://schemas.openxmlformats.org/officeDocument/2006/relationships" id="2147483654" r:id="R8c2d995899be48c2"/>
    <p:sldLayoutId xmlns:r="http://schemas.openxmlformats.org/officeDocument/2006/relationships" id="2147483655" r:id="R6e7c55b5122a4447"/>
    <p:sldLayoutId xmlns:r="http://schemas.openxmlformats.org/officeDocument/2006/relationships" id="2147483656" r:id="R0950427716104c28"/>
    <p:sldLayoutId xmlns:r="http://schemas.openxmlformats.org/officeDocument/2006/relationships" id="2147483657" r:id="Ra1a63bac0a8e45f6"/>
    <p:sldLayoutId xmlns:r="http://schemas.openxmlformats.org/officeDocument/2006/relationships" id="2147483658" r:id="R4fc04a8696944c1e"/>
    <p:sldLayoutId xmlns:r="http://schemas.openxmlformats.org/officeDocument/2006/relationships" id="2147483659" r:id="Rd0e21b50abbe49e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e591d6fbdc4c2e" /><Relationship Type="http://schemas.openxmlformats.org/officeDocument/2006/relationships/image" Target="/ppt/media/image.png" Id="R1d097536e53549f7" /><Relationship Type="http://schemas.openxmlformats.org/officeDocument/2006/relationships/notesSlide" Target="/ppt/notesSlides/notesSlide1.xml" Id="Ref50896e7ef5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4b65485e24eab" /><Relationship Type="http://schemas.openxmlformats.org/officeDocument/2006/relationships/notesSlide" Target="/ppt/notesSlides/notesSlide2.xml" Id="Rc0f7e4ac203e4b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b57766034c4f" /><Relationship Type="http://schemas.openxmlformats.org/officeDocument/2006/relationships/notesSlide" Target="/ppt/notesSlides/notesSlide3.xml" Id="Ra27d1d9791fb4c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675f6d8b84d3f" /><Relationship Type="http://schemas.openxmlformats.org/officeDocument/2006/relationships/notesSlide" Target="/ppt/notesSlides/notesSlide4.xml" Id="Re1f3ccaed349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35705ff374988" /><Relationship Type="http://schemas.openxmlformats.org/officeDocument/2006/relationships/image" Target="/ppt/media/image2.png" Id="R53e9a9af9e924ef2" /><Relationship Type="http://schemas.openxmlformats.org/officeDocument/2006/relationships/image" Target="/ppt/media/image3.png" Id="Rd8a664914a2540c8" /><Relationship Type="http://schemas.openxmlformats.org/officeDocument/2006/relationships/image" Target="/ppt/media/image4.png" Id="R0b3995ae1d37458b" /><Relationship Type="http://schemas.openxmlformats.org/officeDocument/2006/relationships/image" Target="/ppt/media/image5.png" Id="R192f06c8331249a4" /><Relationship Type="http://schemas.openxmlformats.org/officeDocument/2006/relationships/image" Target="/ppt/media/image6.png" Id="R95fa7a913eca48b4" /><Relationship Type="http://schemas.openxmlformats.org/officeDocument/2006/relationships/image" Target="/ppt/media/image7.png" Id="R649ec2e26bfd4664" /><Relationship Type="http://schemas.openxmlformats.org/officeDocument/2006/relationships/notesSlide" Target="/ppt/notesSlides/notesSlide5.xml" Id="R258553417ca0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1eb87cd874ab4" /><Relationship Type="http://schemas.openxmlformats.org/officeDocument/2006/relationships/image" Target="/ppt/media/image8.png" Id="R310045b56c5c4fb1" /><Relationship Type="http://schemas.openxmlformats.org/officeDocument/2006/relationships/notesSlide" Target="/ppt/notesSlides/notesSlide6.xml" Id="Rae503aa5773340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675e3957f4b35" /><Relationship Type="http://schemas.openxmlformats.org/officeDocument/2006/relationships/image" Target="/ppt/media/image9.png" Id="Rdda9ff3c828d4443" /><Relationship Type="http://schemas.openxmlformats.org/officeDocument/2006/relationships/notesSlide" Target="/ppt/notesSlides/notesSlide7.xml" Id="R6db749c1932e46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0b211c9d84526" /><Relationship Type="http://schemas.openxmlformats.org/officeDocument/2006/relationships/image" Target="/ppt/media/image10.png" Id="R7df1a09187904653" /><Relationship Type="http://schemas.openxmlformats.org/officeDocument/2006/relationships/notesSlide" Target="/ppt/notesSlides/notesSlide8.xml" Id="R211832a4f67c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b944a603b4229" /><Relationship Type="http://schemas.openxmlformats.org/officeDocument/2006/relationships/image" Target="/ppt/media/image11.png" Id="R56d48a2e11a34879" /><Relationship Type="http://schemas.openxmlformats.org/officeDocument/2006/relationships/notesSlide" Target="/ppt/notesSlides/notesSlide9.xml" Id="Rff74f707626d4e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c592543094f98" /><Relationship Type="http://schemas.openxmlformats.org/officeDocument/2006/relationships/image" Target="/ppt/media/image12.png" Id="R0b16fbeb7d7841ab" /><Relationship Type="http://schemas.openxmlformats.org/officeDocument/2006/relationships/notesSlide" Target="/ppt/notesSlides/notesSlide10.xml" Id="R34185fb4c12e47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a801b72f940f0" /><Relationship Type="http://schemas.openxmlformats.org/officeDocument/2006/relationships/image" Target="/ppt/media/image13.png" Id="R13a918d030074ba8" /><Relationship Type="http://schemas.openxmlformats.org/officeDocument/2006/relationships/notesSlide" Target="/ppt/notesSlides/notesSlide11.xml" Id="R64b63c819aff40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5db454d314934" /><Relationship Type="http://schemas.openxmlformats.org/officeDocument/2006/relationships/image" Target="/ppt/media/image14.png" Id="R08c5ef73c6c748ec" /><Relationship Type="http://schemas.openxmlformats.org/officeDocument/2006/relationships/notesSlide" Target="/ppt/notesSlides/notesSlide12.xml" Id="Re83bb7fc261b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d18c8b1b04b14" /><Relationship Type="http://schemas.openxmlformats.org/officeDocument/2006/relationships/notesSlide" Target="/ppt/notesSlides/notesSlide13.xml" Id="R44992534185248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473a3ec6e4d1d" /><Relationship Type="http://schemas.openxmlformats.org/officeDocument/2006/relationships/notesSlide" Target="/ppt/notesSlides/notesSlide14.xml" Id="R306074b809b242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1">
            <a:extLst xmlns:a="http://schemas.openxmlformats.org/drawingml/2006/main"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73" y="2180000"/>
            <a:ext cx="5856611" cy="8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3000">
                <a:latin typeface="Noto Sans KR Black"/>
                <a:ea typeface="Noto Sans KR Black"/>
                <a:cs typeface="Noto Sans KR Black"/>
              </a:rPr>
              <a:t>얼음쥐 초필살기</a:t>
            </a:r>
            <a:br>
              <a:rPr sz="3000">
                <a:latin typeface="Noto Sans KR Black"/>
                <a:ea typeface="Noto Sans KR Black"/>
                <a:cs typeface="Noto Sans KR Black"/>
              </a:rPr>
            </a:br>
            <a:r>
              <a:rPr sz="3000">
                <a:latin typeface="Noto Sans KR Black"/>
                <a:ea typeface="Noto Sans KR Black"/>
                <a:cs typeface="Noto Sans KR Black"/>
              </a:rPr>
              <a:t>스토리보드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871" y="3043673"/>
            <a:ext cx="4950241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31" y="1030384"/>
            <a:ext cx="5534025" cy="109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/>
                <a:ea typeface="Noto Sans KR"/>
                <a:cs typeface="Noto Sans KR"/>
              </a:defRPr>
            </a:lvl1pPr>
          </a:lstStyle>
          <a:p xmlns:a="http://schemas.openxmlformats.org/drawingml/2006/main">
            <a:pPr algn="r">
              <a:buNone/>
            </a:pPr>
            <a:r>
              <a:rPr sz="3600">
                <a:latin typeface="Noto Sans KR Black"/>
                <a:ea typeface="Noto Sans KR Black"/>
                <a:cs typeface="Noto Sans KR Black"/>
              </a:rPr>
              <a:t>찍찍이</a:t>
            </a:r>
            <a:r>
              <a:rPr sz="3600">
                <a:latin typeface="Noto Sans KR Black"/>
                <a:ea typeface="Noto Sans KR Black"/>
                <a:cs typeface="Noto Sans KR Black"/>
              </a:rPr>
              <a:t> 게임</a:t>
            </a:r>
          </a:p>
        </p:txBody>
      </p:sp>
      <p:sp>
        <p:nvSpPr>
          <p:cNvPr id="24" name="직선 연결선 23">
            <a:extLst xmlns:a="http://schemas.openxmlformats.org/drawingml/2006/main">
              <a:ext uri="{FF2B5EF4-FFF2-40B4-BE49-F238E27FC236}">
                <a16:creationId xmlns:a16="http://schemas.microsoft.com/office/drawing/2014/main" id="{B6425AB0-B16F-47FA-89EF-7CDF231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69943" y="5602514"/>
            <a:ext cx="3311169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최초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작성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681050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문서</a:t>
            </a:r>
            <a:r>
              <a:rPr sz="11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최종 수정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5908388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20261019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701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구현 기준 정리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58" y="6125755"/>
            <a:ext cx="134302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구현 기준 정리</a:t>
            </a:r>
            <a:endParaRPr sz="14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87" y="3269557"/>
            <a:ext cx="1888769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latin typeface="Noto Sans KR"/>
                <a:ea typeface="Noto Sans KR"/>
                <a:cs typeface="Noto Sans KR"/>
              </a:rPr>
              <a:t>NKK </a:t>
            </a:r>
            <a:r>
              <a:rPr sz="2200">
                <a:latin typeface="Noto Sans KR"/>
                <a:ea typeface="Noto Sans KR"/>
                <a:cs typeface="Noto Sans KR"/>
              </a:rPr>
              <a:t>스튜디오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458" y="3607535"/>
            <a:ext cx="1559698" cy="13542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  팀장 </a:t>
            </a:r>
            <a:r>
              <a:rPr sz="1600">
                <a:latin typeface="Noto Sans KR"/>
                <a:ea typeface="Noto Sans KR"/>
                <a:cs typeface="Noto Sans KR"/>
              </a:rPr>
              <a:t>박송호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부팀장</a:t>
            </a:r>
            <a:r>
              <a:rPr sz="1600">
                <a:latin typeface="Noto Sans KR"/>
                <a:ea typeface="Noto Sans KR"/>
                <a:cs typeface="Noto Sans KR"/>
              </a:rPr>
              <a:t> </a:t>
            </a:r>
            <a:r>
              <a:rPr sz="1600">
                <a:latin typeface="Noto Sans KR"/>
                <a:ea typeface="Noto Sans KR"/>
                <a:cs typeface="Noto Sans KR"/>
              </a:rPr>
              <a:t>정승운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팀원 </a:t>
            </a:r>
            <a:r>
              <a:rPr sz="1600">
                <a:latin typeface="Noto Sans KR"/>
                <a:ea typeface="Noto Sans KR"/>
                <a:cs typeface="Noto Sans KR"/>
              </a:rPr>
              <a:t>김규장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박도원</a:t>
            </a:r>
            <a:endParaRPr sz="16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r">
              <a:buNone/>
            </a:pPr>
            <a:r>
              <a:rPr sz="1600">
                <a:latin typeface="Noto Sans KR"/>
                <a:ea typeface="Noto Sans KR"/>
                <a:cs typeface="Noto Sans KR"/>
              </a:rPr>
              <a:t>이예성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4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C09FB575-566A-40BE-BE51-095B10A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24500" y="1075469"/>
            <a:ext cx="585661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970" y="728373"/>
            <a:ext cx="60287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latin typeface="Noto Sans KR"/>
                <a:ea typeface="Noto Sans KR"/>
                <a:cs typeface="Noto Sans KR"/>
              </a:rPr>
              <a:t>기맞기획</a:t>
            </a:r>
            <a:r>
              <a:rPr sz="1400">
                <a:latin typeface="Noto Sans KR"/>
                <a:ea typeface="Noto Sans KR"/>
                <a:cs typeface="Noto Sans KR"/>
              </a:rPr>
              <a:t> </a:t>
            </a:r>
            <a:r>
              <a:rPr sz="1400">
                <a:latin typeface="Noto Sans KR"/>
                <a:ea typeface="Noto Sans KR"/>
                <a:cs typeface="Noto Sans KR"/>
              </a:rPr>
              <a:t>11</a:t>
            </a:r>
            <a:r>
              <a:rPr sz="1400">
                <a:latin typeface="Noto Sans KR"/>
                <a:ea typeface="Noto Sans KR"/>
                <a:cs typeface="Noto Sans KR"/>
              </a:rPr>
              <a:t>기 기업 협약 프로젝트 </a:t>
            </a:r>
            <a:r>
              <a:rPr sz="1400">
                <a:latin typeface="Noto Sans KR"/>
                <a:ea typeface="Noto Sans KR"/>
                <a:cs typeface="Noto Sans KR"/>
              </a:rPr>
              <a:t>2</a:t>
            </a:r>
            <a:r>
              <a:rPr sz="1400">
                <a:latin typeface="Noto Sans KR"/>
                <a:ea typeface="Noto Sans KR"/>
                <a:cs typeface="Noto Sans KR"/>
              </a:rPr>
              <a:t>팀 </a:t>
            </a:r>
            <a:r>
              <a:rPr sz="1400">
                <a:latin typeface="Noto Sans KR"/>
                <a:ea typeface="Noto Sans KR"/>
                <a:cs typeface="Noto Sans KR"/>
              </a:rPr>
              <a:t>‘NKK </a:t>
            </a:r>
            <a:r>
              <a:rPr sz="1400">
                <a:latin typeface="Noto Sans KR"/>
                <a:ea typeface="Noto Sans KR"/>
                <a:cs typeface="Noto Sans KR"/>
              </a:rPr>
              <a:t>스튜디오</a:t>
            </a:r>
            <a:r>
              <a:rPr sz="1400">
                <a:latin typeface="Noto Sans KR"/>
                <a:ea typeface="Noto Sans KR"/>
                <a:cs typeface="Noto Sans KR"/>
              </a:rPr>
              <a:t>’ </a:t>
            </a:r>
            <a:r>
              <a:rPr sz="1400">
                <a:latin typeface="Noto Sans KR"/>
                <a:ea typeface="Noto Sans KR"/>
                <a:cs typeface="Noto Sans KR"/>
              </a:rPr>
              <a:t>제작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C157C8-12AD-4176-A07D-06FF41BD3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97536e53549f7"/>
          <a:stretch xmlns:a="http://schemas.openxmlformats.org/drawingml/2006/main"/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06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0103B-EF4D-43A0-8068-6569A84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66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0CDAE-66DC-4DCC-ADBC-103E55A8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현재 연출                         3P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전체 타임라인                    4P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 컷 전체보기                       5P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BCE8C-D3DB-4CE0-ACC5-3DB36D06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컷별 스토리보드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399D7-F5B7-4EB7-A92E-671F09AB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2912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오로라 · 소환 · 얼굴           6~8P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성 강림 · 눈보라 · 우박       9~11P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2C9BF-5F05-41A4-8A09-C3490524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전장 연출 · 피해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EC71A-0747-4105-9161-9D44A45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우박과 마지막 일격             12P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 실제 게임 처리                   13P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56B57-0348-4B00-9661-E8F4BDF2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defPPr>
            <a:lvl1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1pPr>
            <a:lvl2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2pPr>
            <a:lvl3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3pPr>
            <a:lvl4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4pPr>
            <a:lvl5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5pPr>
            <a:lvl6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6pPr>
            <a:lvl7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7pPr>
            <a:lvl8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8pPr>
            <a:lvl9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lvl9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defRPr>
            </a:pPr>
            <a:r>
              <a:rPr sz="225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7C115-2045-4F81-A671-E306F05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확인 기준과 근거                14P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 – 현재 연출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23525-E3A9-4D72-951E-E7EAEAF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52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defRPr>
            </a:pPr>
            <a:r>
              <a:rPr sz="1875">
                <a:solidFill>
                  <a:srgbClr val="EF7028"/>
                </a:solidFill>
                <a:latin typeface="Noto Sans KR"/>
                <a:ea typeface="Noto Sans KR"/>
                <a:cs typeface="Noto Sans KR"/>
              </a:rPr>
              <a:t>한줄요약: 얼음성을 소환한 여왕이 전장에 우박을 쏟는다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FFB06-42BF-47E8-B7E5-7BBAE7AEB3AD}"/>
              </a:ext>
            </a:extLst>
          </p:cNvPr>
          <p:cNvGraphicFramePr/>
          <p:nvPr/>
        </p:nvGraphicFramePr>
        <p:xfrm>
          <a:off xmlns:a="http://schemas.openxmlformats.org/drawingml/2006/main" x="1143000" y="2152650"/>
          <a:ext xmlns:a="http://schemas.openxmlformats.org/drawingml/2006/main" cx="9906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8143875"/>
              </a:tblGrid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구현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아이스 퀸 쥐 / icequeen / 초필살기 31015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기술명 · 대사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영원한 겨울 / 세상이 얼어붙는다…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흐름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6컷 소환 컷신, 전장 우박 10타, 마지막 일격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길이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설정 환산 약 8.37초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표현 방식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 배경과 캐릭터·효과 레이어, 동작 프레임 교체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버전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 소환과 우박 공격. 별도 피니시 포즈 컷 없음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9E921-7543-4DF4-8919-242DBDC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 문서는 현재 구현을 기록한 스토리보드다. 일반 필살기 「렛잇고」와 구분한다.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연출 – 전체 타임라인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E04E1-6D64-4F08-A3DA-04A50786892C}"/>
              </a:ext>
            </a:extLst>
          </p:cNvPr>
          <p:cNvGraphicFramePr/>
          <p:nvPr/>
        </p:nvGraphicFramePr>
        <p:xfrm>
          <a:off xmlns:a="http://schemas.openxmlformats.org/drawingml/2006/main" x="1143000" y="1657350"/>
          <a:ext xmlns:a="http://schemas.openxmlformats.org/drawingml/2006/main" cx="99060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1762125"/>
                <a:gridCol w="6286500"/>
              </a:tblGrid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실제 경과 시간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0.00–0.53초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전장에서 초필살기 컷신으로 전환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0.53–2.53초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1–3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오로라 하늘, 소환 동작, 얼굴 클로즈업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2.53–4.53초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 4–6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 낙하, 눈보라 상승, 우박과 화이트아웃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4.53–5.07초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 걷힘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원래 전장이 드러남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5.07–8.07초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우박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정상 속도 3초 동안 다단 10타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8.07–8.37초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일격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충돌과 마무리 문구, 연출 종료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08AF8-765D-47B1-9658-448A8BD7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컷신 내부 시각은 0.75배로 재생하고 전장 우박은 정상 속도로 진행한다.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3.80 ÷ 0.75 + 3.00 + 0.30 = 약 8.37초. 실제 재생 시간은 환경에 따라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컷 전체보기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1F8E2-7F35-4550-BAD6-7505FCF13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9a9af9e924ef2"/>
          <a:stretch xmlns:a="http://schemas.openxmlformats.org/drawingml/2006/main"/>
        </p:blipFill>
        <p:spPr>
          <a:xfrm xmlns:a="http://schemas.openxmlformats.org/drawingml/2006/main">
            <a:off x="2125105" y="1619250"/>
            <a:ext cx="988541" cy="1619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069B5-7C1B-49E3-9A41-32935FCC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01  겨울의 전조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AF850-F557-4E7C-BF43-075FF7A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0.53–1.13초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A951C-49A2-4A29-9113-F662A44138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64914a2540c8"/>
          <a:stretch xmlns:a="http://schemas.openxmlformats.org/drawingml/2006/main"/>
        </p:blipFill>
        <p:spPr>
          <a:xfrm xmlns:a="http://schemas.openxmlformats.org/drawingml/2006/main">
            <a:off x="5209962" y="1619250"/>
            <a:ext cx="1486326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5A824-89EA-4CF1-84D8-4D86E7B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02  얼음성 소환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8AF6E-1BE4-4ED7-9613-C892C8A5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1.13–1.87초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DFB3C-2076-4ED0-B581-948A96666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995ae1d37458b"/>
          <a:stretch xmlns:a="http://schemas.openxmlformats.org/drawingml/2006/main"/>
        </p:blipFill>
        <p:spPr>
          <a:xfrm xmlns:a="http://schemas.openxmlformats.org/drawingml/2006/main">
            <a:off x="8072438" y="1619250"/>
            <a:ext cx="2428875" cy="161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A65D4-EBBE-44C5-A6F4-ACD98F2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03  여왕의 얼굴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EC258-C2E8-4E21-87F1-70457BD1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1.87–2.53초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F743-A736-4B26-95E6-7BF931FD1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f06c8331249a4"/>
          <a:stretch xmlns:a="http://schemas.openxmlformats.org/drawingml/2006/main"/>
        </p:blipFill>
        <p:spPr>
          <a:xfrm xmlns:a="http://schemas.openxmlformats.org/drawingml/2006/main">
            <a:off x="1658749" y="3857625"/>
            <a:ext cx="1921253" cy="1619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F034-A6DC-4C72-B1D6-264FCDD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04  얼음성 강림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DF848-60D9-4E26-BCD5-2C36BFC3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2.53–3.33초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446BF-C278-4980-871B-C77C30AE8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a7a913eca48b4"/>
          <a:stretch xmlns:a="http://schemas.openxmlformats.org/drawingml/2006/main"/>
        </p:blipFill>
        <p:spPr>
          <a:xfrm xmlns:a="http://schemas.openxmlformats.org/drawingml/2006/main">
            <a:off x="5458855" y="3857625"/>
            <a:ext cx="988541" cy="1619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D5A98-36BC-460F-B257-E6A8E9E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05  눈보라 상승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AC249-5447-447C-9BA4-DCF45A2A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3.33–4.00초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8A121-0851-4282-829E-585D8655C0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ec2e26bfd4664"/>
          <a:stretch xmlns:a="http://schemas.openxmlformats.org/drawingml/2006/main"/>
        </p:blipFill>
        <p:spPr>
          <a:xfrm xmlns:a="http://schemas.openxmlformats.org/drawingml/2006/main">
            <a:off x="8571392" y="3857625"/>
            <a:ext cx="1430965" cy="16192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0E337-F6BE-410B-8792-3874424F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06  하늘을 덮는 우박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18190-5ED3-4FC1-A443-DB947C9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4.00–5.07초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97E39-94B2-4047-A9B1-48566DD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579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현재 사용 중인 원본 아트로 컷 순서를 정리함. 완성 프레임 캡처와 구분.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01 겨울의 전조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5ECF-D23A-49AB-8239-7D6ED7E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0.53–1.13초  /  내부 0.40–0.85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4FBE0-A671-4CAD-BA96-29A362BA3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045b56c5c4fb1"/>
          <a:stretch xmlns:a="http://schemas.openxmlformats.org/drawingml/2006/main"/>
        </p:blipFill>
        <p:spPr>
          <a:xfrm xmlns:a="http://schemas.openxmlformats.org/drawingml/2006/main">
            <a:off x="2206347" y="2124075"/>
            <a:ext cx="2064305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FCD26-88E3-4B3E-A62C-00E23CF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파노라마 원본 아트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AA0F6-8C13-4BA5-BA6D-9C8A896E0BF3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오로라가 흐르는 하늘에 큰 눈송이가 모여든다.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하늘에서 아래로 빠르게 틸트. 줌 1.25에서 1.10.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세로 속도선과 회전하는 눈송이 6개.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공격·소리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없음. 컷인음 superjump_charge.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02 얼음성 소환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B95EE-0E21-48F0-ABBE-AD2BF3C7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1.13–1.87초  /  내부 0.85–1.40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F0FB9-F5E6-45EC-A211-EE1992870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9ff3c828d4443"/>
          <a:stretch xmlns:a="http://schemas.openxmlformats.org/drawingml/2006/main"/>
        </p:blipFill>
        <p:spPr>
          <a:xfrm xmlns:a="http://schemas.openxmlformats.org/drawingml/2006/main">
            <a:off x="1686600" y="2124075"/>
            <a:ext cx="3103799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AD5B2-C12A-42DB-9B18-2DBCF814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소환 동작 프레임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9284E-CF42-4FD4-92ED-757C3A15345B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언 호수 위 여왕이 웅크렸다 두 앞발을 하늘로 든다.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여왕을 확대. 줌 1.70에서 1.90, 짧은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서리 오라가 커지고 눈송이가 위로 솟는다.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제목·판정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1.27초에 제목 띠가 빠짐. 아직 피해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03 여왕의 얼굴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265CE-E757-416E-A70F-DC30B6AF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1.87–2.53초  /  내부 1.40–1.90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F44FE-4318-40CD-82A9-94C559BC5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1a09187904653"/>
          <a:stretch xmlns:a="http://schemas.openxmlformats.org/drawingml/2006/main"/>
        </p:blipFill>
        <p:spPr>
          <a:xfrm xmlns:a="http://schemas.openxmlformats.org/drawingml/2006/main">
            <a:off x="1143000" y="2417763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A30D4-A87C-49FE-8062-005F666D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얼굴 레이어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917A1-7B14-4DE6-B6E8-75D083BCA75B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얼굴을 크게 잡아 소환의 주체를 강조한다.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배경과 얼굴을 분리한 클로즈업 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전환 순간 흰 플래시, 얼굴 주변 눈송이 회전.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레이어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face_close와 face_bg를 따로 합성. 피해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04 얼음성 강림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BB660-7447-4C44-8365-B96EB2FF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2.53–3.33초  /  내부 1.90–2.50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4D410-C76C-419F-9866-C3D7BD5DD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48a2e11a34879"/>
          <a:stretch xmlns:a="http://schemas.openxmlformats.org/drawingml/2006/main"/>
        </p:blipFill>
        <p:spPr>
          <a:xfrm xmlns:a="http://schemas.openxmlformats.org/drawingml/2006/main">
            <a:off x="1232486" y="2124075"/>
            <a:ext cx="4012028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93DED-1D86-4ECE-95F5-04F1430E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얼음성 소품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15B1C-10B4-4D00-B4D4-A855C1A15CC0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성이 빈 호수에 낙하. 여왕은 오른쪽 아래.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호수 하단을 잡고 착지 순간 강하게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시점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약 2.96초에 착지. 충격광, 원형 파동, 파편.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문구·판정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“세상이 얼어붙는다…”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 착지에는 별도 공격 판정 없음.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05 눈보라 상승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05A91-4C52-47D2-8435-F800A02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3.33–4.00초  /  내부 2.50–3.00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D4ADC-112E-4DDA-A753-98B410F85F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fbeb7d7841ab"/>
          <a:stretch xmlns:a="http://schemas.openxmlformats.org/drawingml/2006/main"/>
        </p:blipFill>
        <p:spPr>
          <a:xfrm xmlns:a="http://schemas.openxmlformats.org/drawingml/2006/main">
            <a:off x="2206347" y="2124075"/>
            <a:ext cx="2064305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49D54-5500-4452-964E-534F86E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얼어붙은 파노라마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D25AC-FFFE-47CE-8F2A-435DA18B7F68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얼음성에서 눈보라가 하늘로 솟구친다.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성에서 하늘로 위쪽 틸트. 줌 1.50에서 1.25.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상승하는 얼음 줄기와 눈송이.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상단에 “얼어 죽어도 아이스 아메리카노”.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스토리보드 – 06 하늘을 덮는 우박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E75B5-EFBB-4868-A5FA-7B8DE707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4.00–5.07초  /  내부 3.00–3.80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6E051-45C8-42EB-AC1A-5A470037D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918d030074ba8"/>
          <a:stretch xmlns:a="http://schemas.openxmlformats.org/drawingml/2006/main"/>
        </p:blipFill>
        <p:spPr>
          <a:xfrm xmlns:a="http://schemas.openxmlformats.org/drawingml/2006/main">
            <a:off x="1744404" y="2124075"/>
            <a:ext cx="2988192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6035E-366B-404A-A6AE-9A919E3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우박에 사용하는 얼음 조각 원본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C85D9-4CA6-4897-9CC0-B8ABCDB916E3}"/>
              </a:ext>
            </a:extLst>
          </p:cNvPr>
          <p:cNvGraphicFramePr/>
          <p:nvPr/>
        </p:nvGraphicFramePr>
        <p:xfrm>
          <a:off xmlns:a="http://schemas.openxmlformats.org/drawingml/2006/main" x="5619750" y="20955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</a:tblGrid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우박이 비스듬히 떨어지고 화면이 하얗게 덮인다.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하늘로 줌 인하며 짧게 흔들림.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얼음 조각 22개와 낙하 궤적. 화이트아웃 강화.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연결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4.53초부터 걷힘. 5.07초에 전장 공격 시작.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전장 연출 – 우박과 마지막 일격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A9BA9-8072-4E08-9ACE-8D3D175B3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5ef73c6c748ec"/>
          <a:stretch xmlns:a="http://schemas.openxmlformats.org/drawingml/2006/main"/>
        </p:blipFill>
        <p:spPr>
          <a:xfrm xmlns:a="http://schemas.openxmlformats.org/drawingml/2006/main">
            <a:off x="1143000" y="1687711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AD757-7ECC-4B79-AD5D-498B384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기존 플레이 캡처 / 전장 우박 구간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4FE2-01A3-4F7A-B670-6ECC38EC170A}"/>
              </a:ext>
            </a:extLst>
          </p:cNvPr>
          <p:cNvGraphicFramePr/>
          <p:nvPr/>
        </p:nvGraphicFramePr>
        <p:xfrm>
          <a:off xmlns:a="http://schemas.openxmlformats.org/drawingml/2006/main" x="6096000" y="1685925"/>
          <a:ext xmlns:a="http://schemas.openxmlformats.org/drawingml/2006/main" cx="4953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619500"/>
              </a:tblGrid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구간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연출 · 판정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5.07~8.07초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전체 우박 3초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0.30초 간격 10타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우박 충돌, 마지막 일격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“전부 꽁꽁!!”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8.37초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연출 종료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빙결은 종료 뒤 약 1.5초 여운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DCC7D-7ED8-4047-96C2-8F856E71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전장 위에서 대상별 충돌 그림과 피해 숫자를 표시한다.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마지막 일격도 전장에서 마무리하며 별도 포즈 컷을 추가하지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연출 · 피해 – 게임 처리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3322-D7E1-40F3-AD7B-C4BCA341EA60}"/>
              </a:ext>
            </a:extLst>
          </p:cNvPr>
          <p:cNvGraphicFramePr/>
          <p:nvPr/>
        </p:nvGraphicFramePr>
        <p:xfrm>
          <a:off xmlns:a="http://schemas.openxmlformats.org/drawingml/2006/main" x="1143000" y="1628775"/>
          <a:ext xmlns:a="http://schemas.openxmlformats.org/drawingml/2006/main" cx="990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7905750"/>
              </a:tblGrid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현재 처리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 시점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컷신이 완전히 걷힌 뒤 전장 우박 구간에서 공격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다단 / 마지막 일격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피해 ×4씩 10회 / 기본 피해 ×20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피해 표시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대상별 월드 팝업. 보스 상한과 대상 상태에 따라 실제 피해 변동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우박 그림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낙하 알갱이, 큰 덩어리, 바닥 충돌 3프레임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크기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 90px / 대상 타격 220px / 마지막 일격 420px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프레임 / 빙결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 프레임 간격 0.07초 / 화면 안 생명체 빙결 반복 갱신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사운드 키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진입 jgl_ult_cutin / 컷인 superjump_charge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다단 hit_glass / 마지막 wall_blast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F66B2-382A-4810-8839-0F9455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6252"/>
            <a:ext cx="104140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검토 – 확인 기준과 근거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6E68F7F0-32C2-4A5F-B223-88B457C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0800"/>
            <a:ext cx="58547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C6226-DEF2-4BF9-96BD-0AD5B9591F48}"/>
              </a:ext>
            </a:extLst>
          </p:cNvPr>
          <p:cNvGraphicFramePr/>
          <p:nvPr/>
        </p:nvGraphicFramePr>
        <p:xfrm>
          <a:off xmlns:a="http://schemas.openxmlformats.org/drawingml/2006/main" x="1143000" y="1638300"/>
          <a:ext xmlns:a="http://schemas.openxmlformats.org/drawingml/2006/main" cx="9906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8096250"/>
              </a:tblGrid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검토 항목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 Black"/>
                          <a:ea typeface="Noto Sans KR Black"/>
                          <a:cs typeface="Noto Sans KR Black"/>
                        </a:rPr>
                        <a:t>확인 내용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T w="7620">
                      <a:solidFill>
                        <a:srgbClr val="000000"/>
                      </a:solidFill>
                      <a:prstDash val="solid"/>
                    </a:lnT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 착지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거대한 성의 낙하와 충격이 충분히 무겁게 느껴지는가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전장 연결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성, 하늘 눈보라, 전장 우박의 흐름이 읽히는가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가독성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화이트아웃 뒤 대상과 피해 숫자, 마지막 일격 문구가 보이는가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구성</a:t>
                      </a:r>
                    </a:p>
                  </a:txBody>
                  <a:tcPr marL="95250" marR="95250" marT="76200" marB="76200">
                    <a:lnL w="7620">
                      <a:solidFill>
                        <a:srgbClr val="000000"/>
                      </a:solidFill>
                      <a:prstDash val="solid"/>
                    </a:lnL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제목과 밈이 여왕의 동작을 가리지 않는가</a:t>
                      </a:r>
                    </a:p>
                  </a:txBody>
                  <a:tcPr marL="95250" marR="95250" marT="76200" marB="76200">
                    <a:lnR w="7620">
                      <a:solidFill>
                        <a:srgbClr val="000000"/>
                      </a:solidFill>
                      <a:prstDash val="solid"/>
                    </a:lnR>
                    <a:lnB w="76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09F56-DC84-4A50-AF09-5931E0E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확인 범위: 저장된 씬·코드·원본 아트·기존 플레이 캡처 대조.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이번 문서화에서는 새 Play 재생과 사운드 청취를 진행하지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내용 근거: superult_story.py, Game.unity, SuperUltManager.cs, RatTable.json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레이아웃: 기존 초필살기 기획서, 튜토리얼 기획서의 컷신 페이지</a:t>
            </a:r>
          </a:p>
        </p:txBody>
      </p:sp>
    </p:spTree>
    <p:extLst>
      <p:ext uri="{BB962C8B-B14F-4D97-AF65-F5344CB8AC3E}">
        <p14:creationId xmlns:p14="http://schemas.microsoft.com/office/powerpoint/2010/main" val="1516972745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2026-10-19T07:54:53.1880000Z</dcterms:created>
  <dcterms:modified xsi:type="dcterms:W3CDTF">2026-10-19T07:54:53.1880000Z</dcterms:modified>
</coreProperties>
</file>